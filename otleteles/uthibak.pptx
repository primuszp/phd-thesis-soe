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>
        <p:scale>
          <a:sx n="90" d="100"/>
          <a:sy n="90" d="100"/>
        </p:scale>
        <p:origin x="-1656" y="-4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DDD911-9017-46BF-B096-D99DDC672100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hu-HU"/>
        </a:p>
      </dgm:t>
    </dgm:pt>
    <dgm:pt modelId="{6020505B-E0B0-4C77-A38D-A564E7694A1B}">
      <dgm:prSet phldrT="[Szöveg]" custT="1"/>
      <dgm:spPr/>
      <dgm:t>
        <a:bodyPr/>
        <a:lstStyle/>
        <a:p>
          <a:r>
            <a:rPr lang="hu-HU" sz="1000" b="1" dirty="0" smtClean="0">
              <a:latin typeface="Arial" pitchFamily="34" charset="0"/>
              <a:cs typeface="Arial" pitchFamily="34" charset="0"/>
            </a:rPr>
            <a:t>ROMLÁS</a:t>
          </a:r>
          <a:endParaRPr lang="hu-HU" sz="1000" b="1" dirty="0">
            <a:latin typeface="Arial" pitchFamily="34" charset="0"/>
            <a:cs typeface="Arial" pitchFamily="34" charset="0"/>
          </a:endParaRPr>
        </a:p>
      </dgm:t>
    </dgm:pt>
    <dgm:pt modelId="{3C136812-E77D-4520-BFA3-B6C21B7116A4}" type="parTrans" cxnId="{90D95E5C-B9A5-4A76-A217-5010A8F055F7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C8C72DCA-9897-4B4B-BD32-434560AC7926}" type="sibTrans" cxnId="{90D95E5C-B9A5-4A76-A217-5010A8F055F7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0B7344BA-4A77-4A84-81F6-692C214C71DC}">
      <dgm:prSet phldrT="[Szöveg]" custT="1"/>
      <dgm:spPr>
        <a:ln>
          <a:noFill/>
        </a:ln>
      </dgm:spPr>
      <dgm:t>
        <a:bodyPr/>
        <a:lstStyle/>
        <a:p>
          <a:r>
            <a:rPr lang="hu-HU" sz="1000" b="1" dirty="0" smtClean="0">
              <a:latin typeface="Arial" pitchFamily="34" charset="0"/>
              <a:cs typeface="Arial" pitchFamily="34" charset="0"/>
            </a:rPr>
            <a:t>Deformáció</a:t>
          </a:r>
          <a:endParaRPr lang="hu-HU" sz="1000" b="1" dirty="0">
            <a:latin typeface="Arial" pitchFamily="34" charset="0"/>
            <a:cs typeface="Arial" pitchFamily="34" charset="0"/>
          </a:endParaRPr>
        </a:p>
      </dgm:t>
    </dgm:pt>
    <dgm:pt modelId="{F0D3310C-35DD-4F3E-8155-ED30EE8EF6EA}" type="parTrans" cxnId="{18069291-51E2-4D59-9D1E-2879162D6C73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F521D288-2D9E-4E38-812C-030600A279E4}" type="sibTrans" cxnId="{18069291-51E2-4D59-9D1E-2879162D6C73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A8989792-5CCB-4E77-A244-EFB229CB7122}">
      <dgm:prSet phldrT="[Szöveg]" custT="1"/>
      <dgm:spPr>
        <a:ln>
          <a:noFill/>
        </a:ln>
      </dgm:spPr>
      <dgm:t>
        <a:bodyPr/>
        <a:lstStyle/>
        <a:p>
          <a:r>
            <a:rPr lang="hu-HU" sz="1000" b="1" dirty="0" smtClean="0">
              <a:latin typeface="Arial" pitchFamily="34" charset="0"/>
              <a:cs typeface="Arial" pitchFamily="34" charset="0"/>
            </a:rPr>
            <a:t>Repedés</a:t>
          </a:r>
          <a:endParaRPr lang="hu-HU" sz="1000" b="1" dirty="0">
            <a:latin typeface="Arial" pitchFamily="34" charset="0"/>
            <a:cs typeface="Arial" pitchFamily="34" charset="0"/>
          </a:endParaRPr>
        </a:p>
      </dgm:t>
    </dgm:pt>
    <dgm:pt modelId="{698DBBD2-EB8C-418F-8C59-725006B2C476}" type="parTrans" cxnId="{A334A9F4-40BE-45D3-951B-76C4C3E650BD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A064FAF0-AE27-434D-8B27-18799EC2E795}" type="sibTrans" cxnId="{A334A9F4-40BE-45D3-951B-76C4C3E650BD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41DB4418-884D-4FB9-A7F4-BD195179EAFA}">
      <dgm:prSet phldrT="[Szöveg]" custT="1"/>
      <dgm:spPr>
        <a:ln>
          <a:noFill/>
        </a:ln>
      </dgm:spPr>
      <dgm:t>
        <a:bodyPr/>
        <a:lstStyle/>
        <a:p>
          <a:r>
            <a:rPr lang="hu-HU" sz="1000" b="1" dirty="0" smtClean="0">
              <a:latin typeface="Arial" pitchFamily="34" charset="0"/>
              <a:cs typeface="Arial" pitchFamily="34" charset="0"/>
            </a:rPr>
            <a:t>Bomlás</a:t>
          </a:r>
          <a:endParaRPr lang="hu-HU" sz="1000" b="1" dirty="0">
            <a:latin typeface="Arial" pitchFamily="34" charset="0"/>
            <a:cs typeface="Arial" pitchFamily="34" charset="0"/>
          </a:endParaRPr>
        </a:p>
      </dgm:t>
    </dgm:pt>
    <dgm:pt modelId="{C31DC7AE-C8D6-4DDE-892A-9B13C7B94A71}" type="parTrans" cxnId="{EE2EB0CF-BCAA-4EEA-ABE3-9B76329150E8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8B80029F-549A-4E91-8808-5224847B8302}" type="sibTrans" cxnId="{EE2EB0CF-BCAA-4EEA-ABE3-9B76329150E8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10FB463B-B1D4-481A-B27D-0AA4306B4669}">
      <dgm:prSet custT="1"/>
      <dgm:spPr>
        <a:ln>
          <a:noFill/>
        </a:ln>
      </dgm:spPr>
      <dgm:t>
        <a:bodyPr lIns="0" tIns="0" rIns="0" bIns="0"/>
        <a:lstStyle/>
        <a:p>
          <a:r>
            <a:rPr lang="hu-HU" sz="1000" b="0" dirty="0" smtClean="0">
              <a:latin typeface="Arial" pitchFamily="34" charset="0"/>
              <a:cs typeface="Arial" pitchFamily="34" charset="0"/>
            </a:rPr>
            <a:t>Hosszirányú</a:t>
          </a:r>
          <a:endParaRPr lang="hu-HU" sz="1000" b="0" dirty="0">
            <a:latin typeface="Arial" pitchFamily="34" charset="0"/>
            <a:cs typeface="Arial" pitchFamily="34" charset="0"/>
          </a:endParaRPr>
        </a:p>
      </dgm:t>
    </dgm:pt>
    <dgm:pt modelId="{EBA86965-2E43-4B88-B5D8-5BC9874540CF}" type="parTrans" cxnId="{CE4ACDFA-051B-4071-A538-09E9641008C8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1E3DDF6E-BF06-4B3E-95DC-CFD954F07B00}" type="sibTrans" cxnId="{CE4ACDFA-051B-4071-A538-09E9641008C8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3AD6BBAE-63D3-4181-ACE8-77BBB5977F61}">
      <dgm:prSet custT="1"/>
      <dgm:spPr>
        <a:ln>
          <a:noFill/>
        </a:ln>
      </dgm:spPr>
      <dgm:t>
        <a:bodyPr lIns="0" tIns="0" rIns="0" bIns="0"/>
        <a:lstStyle/>
        <a:p>
          <a:r>
            <a:rPr lang="hu-HU" sz="1000" b="0" dirty="0" smtClean="0">
              <a:latin typeface="Arial" pitchFamily="34" charset="0"/>
              <a:cs typeface="Arial" pitchFamily="34" charset="0"/>
            </a:rPr>
            <a:t>Keresztirányú</a:t>
          </a:r>
          <a:endParaRPr lang="hu-HU" sz="1000" b="0" dirty="0">
            <a:latin typeface="Arial" pitchFamily="34" charset="0"/>
            <a:cs typeface="Arial" pitchFamily="34" charset="0"/>
          </a:endParaRPr>
        </a:p>
      </dgm:t>
    </dgm:pt>
    <dgm:pt modelId="{EB42AC70-B1B9-4691-9F89-3A8256F3846E}" type="parTrans" cxnId="{7068BB01-77C6-4808-BBC6-DF58D2A324A4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D3D36630-41A5-44BC-A074-73E29E451233}" type="sibTrans" cxnId="{7068BB01-77C6-4808-BBC6-DF58D2A324A4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EC613CDE-2D20-4E68-898A-6E8669BA665F}">
      <dgm:prSet custT="1"/>
      <dgm:spPr>
        <a:ln>
          <a:noFill/>
        </a:ln>
      </dgm:spPr>
      <dgm:t>
        <a:bodyPr lIns="0" tIns="0" rIns="0" bIns="0"/>
        <a:lstStyle/>
        <a:p>
          <a:r>
            <a:rPr lang="hu-HU" sz="1000" b="0" dirty="0" smtClean="0">
              <a:latin typeface="Arial" pitchFamily="34" charset="0"/>
              <a:cs typeface="Arial" pitchFamily="34" charset="0"/>
            </a:rPr>
            <a:t>Váltakozó irányú</a:t>
          </a:r>
          <a:endParaRPr lang="hu-HU" sz="1000" b="0" dirty="0">
            <a:latin typeface="Arial" pitchFamily="34" charset="0"/>
            <a:cs typeface="Arial" pitchFamily="34" charset="0"/>
          </a:endParaRPr>
        </a:p>
      </dgm:t>
    </dgm:pt>
    <dgm:pt modelId="{BBD5BF2B-E86C-4A29-B929-EB71CDE8A34E}" type="parTrans" cxnId="{BF33EA01-DE33-41C7-8610-784EC607D92A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8403DFA7-DD2B-4519-BE1F-BBDFA5051E19}" type="sibTrans" cxnId="{BF33EA01-DE33-41C7-8610-784EC607D92A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82110E88-3EB4-42D8-9274-EFD31E08421D}">
      <dgm:prSet custT="1"/>
      <dgm:spPr>
        <a:ln>
          <a:noFill/>
        </a:ln>
      </dgm:spPr>
      <dgm:t>
        <a:bodyPr lIns="0" tIns="0" rIns="0" bIns="0"/>
        <a:lstStyle/>
        <a:p>
          <a:r>
            <a:rPr lang="hu-HU" sz="1000" b="0" dirty="0" smtClean="0">
              <a:latin typeface="Arial" pitchFamily="34" charset="0"/>
              <a:cs typeface="Arial" pitchFamily="34" charset="0"/>
            </a:rPr>
            <a:t>Mozaikszerű</a:t>
          </a:r>
          <a:endParaRPr lang="hu-HU" sz="1000" b="0" dirty="0">
            <a:latin typeface="Arial" pitchFamily="34" charset="0"/>
            <a:cs typeface="Arial" pitchFamily="34" charset="0"/>
          </a:endParaRPr>
        </a:p>
      </dgm:t>
    </dgm:pt>
    <dgm:pt modelId="{B5F10CEB-B931-46A1-B7EC-63ED0F347CF0}" type="parTrans" cxnId="{CBB35F11-5804-46D0-A02C-C54279DDAC04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8EF14839-B4B9-4938-8698-DED179DC29EF}" type="sibTrans" cxnId="{CBB35F11-5804-46D0-A02C-C54279DDAC04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41B3F256-F900-4D05-9E04-D9477EA47D3D}">
      <dgm:prSet custT="1"/>
      <dgm:spPr>
        <a:ln>
          <a:noFill/>
        </a:ln>
      </dgm:spPr>
      <dgm:t>
        <a:bodyPr lIns="0" tIns="0" rIns="0" bIns="0"/>
        <a:lstStyle/>
        <a:p>
          <a:r>
            <a:rPr lang="hu-HU" sz="1000" b="0" dirty="0" smtClean="0">
              <a:latin typeface="Arial" pitchFamily="34" charset="0"/>
              <a:cs typeface="Arial" pitchFamily="34" charset="0"/>
            </a:rPr>
            <a:t>Feltöredezés</a:t>
          </a:r>
          <a:endParaRPr lang="hu-HU" sz="1000" b="0" dirty="0">
            <a:latin typeface="Arial" pitchFamily="34" charset="0"/>
            <a:cs typeface="Arial" pitchFamily="34" charset="0"/>
          </a:endParaRPr>
        </a:p>
      </dgm:t>
    </dgm:pt>
    <dgm:pt modelId="{C249D0DE-FDAD-4B07-99E6-B74837B92096}" type="parTrans" cxnId="{E2E99D51-3EA7-4A2F-8002-616DE5EE7471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8EE2A82C-3F3F-4AA3-8798-6128CAE493D7}" type="sibTrans" cxnId="{E2E99D51-3EA7-4A2F-8002-616DE5EE7471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4E6ADC4F-258A-4F55-90F8-6C8C02927A4E}">
      <dgm:prSet custT="1"/>
      <dgm:spPr>
        <a:ln>
          <a:noFill/>
        </a:ln>
      </dgm:spPr>
      <dgm:t>
        <a:bodyPr lIns="0" tIns="0" rIns="0" bIns="0"/>
        <a:lstStyle/>
        <a:p>
          <a:r>
            <a:rPr lang="hu-HU" sz="1000" b="0" dirty="0" smtClean="0">
              <a:latin typeface="Arial" pitchFamily="34" charset="0"/>
              <a:cs typeface="Arial" pitchFamily="34" charset="0"/>
            </a:rPr>
            <a:t>Szétmorzsolódás</a:t>
          </a:r>
          <a:endParaRPr lang="hu-HU" sz="1000" b="0" dirty="0">
            <a:latin typeface="Arial" pitchFamily="34" charset="0"/>
            <a:cs typeface="Arial" pitchFamily="34" charset="0"/>
          </a:endParaRPr>
        </a:p>
      </dgm:t>
    </dgm:pt>
    <dgm:pt modelId="{4A5651A8-A2A9-4C30-9B52-92C568F003D0}" type="parTrans" cxnId="{F00A7D26-1BEB-4273-87EA-DBB2B087FB7A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81BA6506-4A50-4A34-9DFB-377EF6824265}" type="sibTrans" cxnId="{F00A7D26-1BEB-4273-87EA-DBB2B087FB7A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695AF575-B610-439F-B101-BA9B0FAB18D3}">
      <dgm:prSet custT="1"/>
      <dgm:spPr>
        <a:ln>
          <a:noFill/>
        </a:ln>
      </dgm:spPr>
      <dgm:t>
        <a:bodyPr lIns="0" tIns="0" rIns="0" bIns="0"/>
        <a:lstStyle/>
        <a:p>
          <a:r>
            <a:rPr lang="hu-HU" sz="1000" b="0" dirty="0" smtClean="0">
              <a:latin typeface="Arial" pitchFamily="34" charset="0"/>
              <a:cs typeface="Arial" pitchFamily="34" charset="0"/>
            </a:rPr>
            <a:t>Hosszirányú</a:t>
          </a:r>
          <a:endParaRPr lang="hu-HU" sz="1000" b="0" dirty="0">
            <a:latin typeface="Arial" pitchFamily="34" charset="0"/>
            <a:cs typeface="Arial" pitchFamily="34" charset="0"/>
          </a:endParaRPr>
        </a:p>
      </dgm:t>
    </dgm:pt>
    <dgm:pt modelId="{04EA5EA9-0769-45F6-BEB1-CE962F3684A1}" type="parTrans" cxnId="{965FE21A-2212-49A6-954E-9DDFC01B7911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4117B1E0-FAFF-4190-A8A0-3A46922796E2}" type="sibTrans" cxnId="{965FE21A-2212-49A6-954E-9DDFC01B7911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5E908962-52BA-41AD-91DB-702240B45FDB}">
      <dgm:prSet custT="1"/>
      <dgm:spPr>
        <a:ln>
          <a:noFill/>
        </a:ln>
      </dgm:spPr>
      <dgm:t>
        <a:bodyPr lIns="0" tIns="0" rIns="0" bIns="0"/>
        <a:lstStyle/>
        <a:p>
          <a:r>
            <a:rPr lang="hu-HU" sz="1000" b="0" dirty="0" smtClean="0">
              <a:latin typeface="Arial" pitchFamily="34" charset="0"/>
              <a:cs typeface="Arial" pitchFamily="34" charset="0"/>
            </a:rPr>
            <a:t>Keresztirányú</a:t>
          </a:r>
          <a:endParaRPr lang="hu-HU" sz="1000" b="0" dirty="0">
            <a:latin typeface="Arial" pitchFamily="34" charset="0"/>
            <a:cs typeface="Arial" pitchFamily="34" charset="0"/>
          </a:endParaRPr>
        </a:p>
      </dgm:t>
    </dgm:pt>
    <dgm:pt modelId="{8894C964-5651-4E1F-9470-8AF59FA108DD}" type="parTrans" cxnId="{DB4C2FDE-7909-4745-8C92-BA4CBF98C575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1CCDBE6E-FCA7-4E0D-903C-E71F682AF83C}" type="sibTrans" cxnId="{DB4C2FDE-7909-4745-8C92-BA4CBF98C575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0AC50893-F2BE-44A2-9379-FCBB6845F355}">
      <dgm:prSet custT="1"/>
      <dgm:spPr>
        <a:ln>
          <a:noFill/>
        </a:ln>
      </dgm:spPr>
      <dgm:t>
        <a:bodyPr lIns="0" tIns="0" rIns="0" bIns="0"/>
        <a:lstStyle/>
        <a:p>
          <a:r>
            <a:rPr lang="hu-HU" sz="1000" b="0" dirty="0" smtClean="0">
              <a:latin typeface="Arial" pitchFamily="34" charset="0"/>
              <a:cs typeface="Arial" pitchFamily="34" charset="0"/>
            </a:rPr>
            <a:t>Egyenlőtlen</a:t>
          </a:r>
          <a:endParaRPr lang="hu-HU" sz="1000" b="0" dirty="0">
            <a:latin typeface="Arial" pitchFamily="34" charset="0"/>
            <a:cs typeface="Arial" pitchFamily="34" charset="0"/>
          </a:endParaRPr>
        </a:p>
      </dgm:t>
    </dgm:pt>
    <dgm:pt modelId="{0FF953F3-C6C6-4D4E-838F-2F548D4C8E87}" type="parTrans" cxnId="{53B0E36C-7ADA-4FDB-9313-64893A8839B2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C2445AA7-8579-4590-94D7-48EE5577F702}" type="sibTrans" cxnId="{53B0E36C-7ADA-4FDB-9313-64893A8839B2}">
      <dgm:prSet/>
      <dgm:spPr/>
      <dgm:t>
        <a:bodyPr/>
        <a:lstStyle/>
        <a:p>
          <a:endParaRPr lang="hu-HU" sz="1000" b="0">
            <a:latin typeface="Arial" pitchFamily="34" charset="0"/>
            <a:cs typeface="Arial" pitchFamily="34" charset="0"/>
          </a:endParaRPr>
        </a:p>
      </dgm:t>
    </dgm:pt>
    <dgm:pt modelId="{BCC788C2-95F6-4406-A4D5-E6B9E991BAEF}" type="pres">
      <dgm:prSet presAssocID="{AFDDD911-9017-46BF-B096-D99DDC67210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hu-HU"/>
        </a:p>
      </dgm:t>
    </dgm:pt>
    <dgm:pt modelId="{359496A5-7636-4336-AF83-653BDA2EDFFC}" type="pres">
      <dgm:prSet presAssocID="{6020505B-E0B0-4C77-A38D-A564E7694A1B}" presName="hierRoot1" presStyleCnt="0">
        <dgm:presLayoutVars>
          <dgm:hierBranch val="init"/>
        </dgm:presLayoutVars>
      </dgm:prSet>
      <dgm:spPr/>
    </dgm:pt>
    <dgm:pt modelId="{2734F620-95A1-461C-9D42-14463FA08499}" type="pres">
      <dgm:prSet presAssocID="{6020505B-E0B0-4C77-A38D-A564E7694A1B}" presName="rootComposite1" presStyleCnt="0"/>
      <dgm:spPr/>
    </dgm:pt>
    <dgm:pt modelId="{6EDBD247-2997-4D5F-AAE9-831CA37FEAE6}" type="pres">
      <dgm:prSet presAssocID="{6020505B-E0B0-4C77-A38D-A564E7694A1B}" presName="rootText1" presStyleLbl="node0" presStyleIdx="0" presStyleCnt="1" custLinFactX="-79808" custLinFactNeighborX="-100000" custLinFactNeighborY="-10859">
        <dgm:presLayoutVars>
          <dgm:chPref val="3"/>
        </dgm:presLayoutVars>
      </dgm:prSet>
      <dgm:spPr/>
      <dgm:t>
        <a:bodyPr/>
        <a:lstStyle/>
        <a:p>
          <a:endParaRPr lang="hu-HU"/>
        </a:p>
      </dgm:t>
    </dgm:pt>
    <dgm:pt modelId="{EC535467-5633-404D-A173-6A71A981AC36}" type="pres">
      <dgm:prSet presAssocID="{6020505B-E0B0-4C77-A38D-A564E7694A1B}" presName="rootConnector1" presStyleLbl="node1" presStyleIdx="0" presStyleCnt="0"/>
      <dgm:spPr/>
      <dgm:t>
        <a:bodyPr/>
        <a:lstStyle/>
        <a:p>
          <a:endParaRPr lang="hu-HU"/>
        </a:p>
      </dgm:t>
    </dgm:pt>
    <dgm:pt modelId="{178053E8-A6B8-49FA-AD27-903BB7945E39}" type="pres">
      <dgm:prSet presAssocID="{6020505B-E0B0-4C77-A38D-A564E7694A1B}" presName="hierChild2" presStyleCnt="0"/>
      <dgm:spPr/>
    </dgm:pt>
    <dgm:pt modelId="{5C054024-CEF3-4895-A6EF-BCFB3A9F31AF}" type="pres">
      <dgm:prSet presAssocID="{F0D3310C-35DD-4F3E-8155-ED30EE8EF6EA}" presName="Name37" presStyleLbl="parChTrans1D2" presStyleIdx="0" presStyleCnt="3"/>
      <dgm:spPr/>
      <dgm:t>
        <a:bodyPr/>
        <a:lstStyle/>
        <a:p>
          <a:endParaRPr lang="hu-HU"/>
        </a:p>
      </dgm:t>
    </dgm:pt>
    <dgm:pt modelId="{1966D5C9-3BA5-4368-85E6-972665C71CDD}" type="pres">
      <dgm:prSet presAssocID="{0B7344BA-4A77-4A84-81F6-692C214C71DC}" presName="hierRoot2" presStyleCnt="0">
        <dgm:presLayoutVars>
          <dgm:hierBranch/>
        </dgm:presLayoutVars>
      </dgm:prSet>
      <dgm:spPr/>
    </dgm:pt>
    <dgm:pt modelId="{1EA94D35-4177-4972-A5FC-1B9C17BBA7C6}" type="pres">
      <dgm:prSet presAssocID="{0B7344BA-4A77-4A84-81F6-692C214C71DC}" presName="rootComposite" presStyleCnt="0"/>
      <dgm:spPr/>
    </dgm:pt>
    <dgm:pt modelId="{CEF3A825-5079-4A60-B3A9-D85A1166AF2F}" type="pres">
      <dgm:prSet presAssocID="{0B7344BA-4A77-4A84-81F6-692C214C71DC}" presName="rootText" presStyleLbl="node2" presStyleIdx="0" presStyleCnt="3" custLinFactNeighborX="66457" custLinFactNeighborY="2857">
        <dgm:presLayoutVars>
          <dgm:chPref val="3"/>
        </dgm:presLayoutVars>
      </dgm:prSet>
      <dgm:spPr/>
      <dgm:t>
        <a:bodyPr/>
        <a:lstStyle/>
        <a:p>
          <a:endParaRPr lang="hu-HU"/>
        </a:p>
      </dgm:t>
    </dgm:pt>
    <dgm:pt modelId="{F41743CA-9DF1-4BA5-9568-B43BE27DB0C4}" type="pres">
      <dgm:prSet presAssocID="{0B7344BA-4A77-4A84-81F6-692C214C71DC}" presName="rootConnector" presStyleLbl="node2" presStyleIdx="0" presStyleCnt="3"/>
      <dgm:spPr/>
      <dgm:t>
        <a:bodyPr/>
        <a:lstStyle/>
        <a:p>
          <a:endParaRPr lang="hu-HU"/>
        </a:p>
      </dgm:t>
    </dgm:pt>
    <dgm:pt modelId="{12EC9B12-0404-4799-B2C3-2695F05BA2FA}" type="pres">
      <dgm:prSet presAssocID="{0B7344BA-4A77-4A84-81F6-692C214C71DC}" presName="hierChild4" presStyleCnt="0"/>
      <dgm:spPr/>
    </dgm:pt>
    <dgm:pt modelId="{9332EB66-DDBE-4A61-9950-2BCF632B7EBB}" type="pres">
      <dgm:prSet presAssocID="{04EA5EA9-0769-45F6-BEB1-CE962F3684A1}" presName="Name35" presStyleLbl="parChTrans1D3" presStyleIdx="0" presStyleCnt="9"/>
      <dgm:spPr/>
      <dgm:t>
        <a:bodyPr/>
        <a:lstStyle/>
        <a:p>
          <a:endParaRPr lang="hu-HU"/>
        </a:p>
      </dgm:t>
    </dgm:pt>
    <dgm:pt modelId="{3867916D-3A26-4ADB-866D-0DD0950774F1}" type="pres">
      <dgm:prSet presAssocID="{695AF575-B610-439F-B101-BA9B0FAB18D3}" presName="hierRoot2" presStyleCnt="0">
        <dgm:presLayoutVars>
          <dgm:hierBranch val="init"/>
        </dgm:presLayoutVars>
      </dgm:prSet>
      <dgm:spPr/>
    </dgm:pt>
    <dgm:pt modelId="{DB6A6F2A-A4F5-4DCC-8092-72A0C8863192}" type="pres">
      <dgm:prSet presAssocID="{695AF575-B610-439F-B101-BA9B0FAB18D3}" presName="rootComposite" presStyleCnt="0"/>
      <dgm:spPr/>
    </dgm:pt>
    <dgm:pt modelId="{A2ADD7C3-4F7C-458C-8B22-05A3886F8E4D}" type="pres">
      <dgm:prSet presAssocID="{695AF575-B610-439F-B101-BA9B0FAB18D3}" presName="rootText" presStyleLbl="node3" presStyleIdx="0" presStyleCnt="9" custLinFactNeighborX="21652" custLinFactNeighborY="1051">
        <dgm:presLayoutVars>
          <dgm:chPref val="3"/>
        </dgm:presLayoutVars>
      </dgm:prSet>
      <dgm:spPr/>
      <dgm:t>
        <a:bodyPr/>
        <a:lstStyle/>
        <a:p>
          <a:endParaRPr lang="hu-HU"/>
        </a:p>
      </dgm:t>
    </dgm:pt>
    <dgm:pt modelId="{3C88BE11-5263-4D02-BA4D-53E57E3EE8A3}" type="pres">
      <dgm:prSet presAssocID="{695AF575-B610-439F-B101-BA9B0FAB18D3}" presName="rootConnector" presStyleLbl="node3" presStyleIdx="0" presStyleCnt="9"/>
      <dgm:spPr/>
      <dgm:t>
        <a:bodyPr/>
        <a:lstStyle/>
        <a:p>
          <a:endParaRPr lang="hu-HU"/>
        </a:p>
      </dgm:t>
    </dgm:pt>
    <dgm:pt modelId="{CE6CABB2-F430-4C04-832D-FC0CB7743580}" type="pres">
      <dgm:prSet presAssocID="{695AF575-B610-439F-B101-BA9B0FAB18D3}" presName="hierChild4" presStyleCnt="0"/>
      <dgm:spPr/>
    </dgm:pt>
    <dgm:pt modelId="{9A42B8B9-6EB4-4C66-95C7-001F148CE10B}" type="pres">
      <dgm:prSet presAssocID="{695AF575-B610-439F-B101-BA9B0FAB18D3}" presName="hierChild5" presStyleCnt="0"/>
      <dgm:spPr/>
    </dgm:pt>
    <dgm:pt modelId="{62692F94-5634-4727-ABF9-0961DDB11EB9}" type="pres">
      <dgm:prSet presAssocID="{8894C964-5651-4E1F-9470-8AF59FA108DD}" presName="Name35" presStyleLbl="parChTrans1D3" presStyleIdx="1" presStyleCnt="9"/>
      <dgm:spPr/>
      <dgm:t>
        <a:bodyPr/>
        <a:lstStyle/>
        <a:p>
          <a:endParaRPr lang="hu-HU"/>
        </a:p>
      </dgm:t>
    </dgm:pt>
    <dgm:pt modelId="{34CFEB6C-C922-4169-BAE8-6A5533E37052}" type="pres">
      <dgm:prSet presAssocID="{5E908962-52BA-41AD-91DB-702240B45FDB}" presName="hierRoot2" presStyleCnt="0">
        <dgm:presLayoutVars>
          <dgm:hierBranch val="init"/>
        </dgm:presLayoutVars>
      </dgm:prSet>
      <dgm:spPr/>
    </dgm:pt>
    <dgm:pt modelId="{5289B372-B5FD-4900-BDA6-C75448A1049C}" type="pres">
      <dgm:prSet presAssocID="{5E908962-52BA-41AD-91DB-702240B45FDB}" presName="rootComposite" presStyleCnt="0"/>
      <dgm:spPr/>
    </dgm:pt>
    <dgm:pt modelId="{EFD99D6F-6886-47F1-AC11-70C3602EAFFD}" type="pres">
      <dgm:prSet presAssocID="{5E908962-52BA-41AD-91DB-702240B45FDB}" presName="rootText" presStyleLbl="node3" presStyleIdx="1" presStyleCnt="9" custLinFactNeighborX="8533" custLinFactNeighborY="1051">
        <dgm:presLayoutVars>
          <dgm:chPref val="3"/>
        </dgm:presLayoutVars>
      </dgm:prSet>
      <dgm:spPr/>
      <dgm:t>
        <a:bodyPr/>
        <a:lstStyle/>
        <a:p>
          <a:endParaRPr lang="hu-HU"/>
        </a:p>
      </dgm:t>
    </dgm:pt>
    <dgm:pt modelId="{5BD68310-0A52-4C98-8192-4A83BA5D2C50}" type="pres">
      <dgm:prSet presAssocID="{5E908962-52BA-41AD-91DB-702240B45FDB}" presName="rootConnector" presStyleLbl="node3" presStyleIdx="1" presStyleCnt="9"/>
      <dgm:spPr/>
      <dgm:t>
        <a:bodyPr/>
        <a:lstStyle/>
        <a:p>
          <a:endParaRPr lang="hu-HU"/>
        </a:p>
      </dgm:t>
    </dgm:pt>
    <dgm:pt modelId="{3FA2426C-F7B4-43FC-9EC4-D5A26D3B0905}" type="pres">
      <dgm:prSet presAssocID="{5E908962-52BA-41AD-91DB-702240B45FDB}" presName="hierChild4" presStyleCnt="0"/>
      <dgm:spPr/>
    </dgm:pt>
    <dgm:pt modelId="{DE021549-F4F5-4E20-BA66-6FEA1A1ED9CC}" type="pres">
      <dgm:prSet presAssocID="{5E908962-52BA-41AD-91DB-702240B45FDB}" presName="hierChild5" presStyleCnt="0"/>
      <dgm:spPr/>
    </dgm:pt>
    <dgm:pt modelId="{29985E68-82EA-4E9B-AD73-66B592D9B7F8}" type="pres">
      <dgm:prSet presAssocID="{0FF953F3-C6C6-4D4E-838F-2F548D4C8E87}" presName="Name35" presStyleLbl="parChTrans1D3" presStyleIdx="2" presStyleCnt="9"/>
      <dgm:spPr/>
      <dgm:t>
        <a:bodyPr/>
        <a:lstStyle/>
        <a:p>
          <a:endParaRPr lang="hu-HU"/>
        </a:p>
      </dgm:t>
    </dgm:pt>
    <dgm:pt modelId="{28E33313-34D8-4486-A7E1-01554953538A}" type="pres">
      <dgm:prSet presAssocID="{0AC50893-F2BE-44A2-9379-FCBB6845F355}" presName="hierRoot2" presStyleCnt="0">
        <dgm:presLayoutVars>
          <dgm:hierBranch val="init"/>
        </dgm:presLayoutVars>
      </dgm:prSet>
      <dgm:spPr/>
    </dgm:pt>
    <dgm:pt modelId="{5982AE82-02F6-4A4B-9941-16FBAD11AFE9}" type="pres">
      <dgm:prSet presAssocID="{0AC50893-F2BE-44A2-9379-FCBB6845F355}" presName="rootComposite" presStyleCnt="0"/>
      <dgm:spPr/>
    </dgm:pt>
    <dgm:pt modelId="{3EA8546B-0505-44EC-A699-1C3F0373FA37}" type="pres">
      <dgm:prSet presAssocID="{0AC50893-F2BE-44A2-9379-FCBB6845F355}" presName="rootText" presStyleLbl="node3" presStyleIdx="2" presStyleCnt="9" custLinFactNeighborX="-3428" custLinFactNeighborY="1051">
        <dgm:presLayoutVars>
          <dgm:chPref val="3"/>
        </dgm:presLayoutVars>
      </dgm:prSet>
      <dgm:spPr/>
      <dgm:t>
        <a:bodyPr/>
        <a:lstStyle/>
        <a:p>
          <a:endParaRPr lang="hu-HU"/>
        </a:p>
      </dgm:t>
    </dgm:pt>
    <dgm:pt modelId="{EF8FBD01-762D-4402-8082-2D0C39E7D266}" type="pres">
      <dgm:prSet presAssocID="{0AC50893-F2BE-44A2-9379-FCBB6845F355}" presName="rootConnector" presStyleLbl="node3" presStyleIdx="2" presStyleCnt="9"/>
      <dgm:spPr/>
      <dgm:t>
        <a:bodyPr/>
        <a:lstStyle/>
        <a:p>
          <a:endParaRPr lang="hu-HU"/>
        </a:p>
      </dgm:t>
    </dgm:pt>
    <dgm:pt modelId="{635B7FAA-CB8D-456E-963E-C4DA11D57EF3}" type="pres">
      <dgm:prSet presAssocID="{0AC50893-F2BE-44A2-9379-FCBB6845F355}" presName="hierChild4" presStyleCnt="0"/>
      <dgm:spPr/>
    </dgm:pt>
    <dgm:pt modelId="{CF3A37C6-EB9D-49EF-A07C-0B18B73AD6F6}" type="pres">
      <dgm:prSet presAssocID="{0AC50893-F2BE-44A2-9379-FCBB6845F355}" presName="hierChild5" presStyleCnt="0"/>
      <dgm:spPr/>
    </dgm:pt>
    <dgm:pt modelId="{E2170FFC-66AA-41D1-B00C-B40F11C9115A}" type="pres">
      <dgm:prSet presAssocID="{0B7344BA-4A77-4A84-81F6-692C214C71DC}" presName="hierChild5" presStyleCnt="0"/>
      <dgm:spPr/>
    </dgm:pt>
    <dgm:pt modelId="{21EC05B6-46BF-44A2-AC35-4BF66DF67B82}" type="pres">
      <dgm:prSet presAssocID="{698DBBD2-EB8C-418F-8C59-725006B2C476}" presName="Name37" presStyleLbl="parChTrans1D2" presStyleIdx="1" presStyleCnt="3"/>
      <dgm:spPr/>
      <dgm:t>
        <a:bodyPr/>
        <a:lstStyle/>
        <a:p>
          <a:endParaRPr lang="hu-HU"/>
        </a:p>
      </dgm:t>
    </dgm:pt>
    <dgm:pt modelId="{7030BDCD-D023-4D23-8B1F-DD50DD5F02A4}" type="pres">
      <dgm:prSet presAssocID="{A8989792-5CCB-4E77-A244-EFB229CB7122}" presName="hierRoot2" presStyleCnt="0">
        <dgm:presLayoutVars>
          <dgm:hierBranch/>
        </dgm:presLayoutVars>
      </dgm:prSet>
      <dgm:spPr/>
    </dgm:pt>
    <dgm:pt modelId="{3DDA539E-9D29-4D2E-A333-E3EEBB5912BE}" type="pres">
      <dgm:prSet presAssocID="{A8989792-5CCB-4E77-A244-EFB229CB7122}" presName="rootComposite" presStyleCnt="0"/>
      <dgm:spPr/>
    </dgm:pt>
    <dgm:pt modelId="{6D0FAC21-72BB-485D-A009-DBB91D6B03A0}" type="pres">
      <dgm:prSet presAssocID="{A8989792-5CCB-4E77-A244-EFB229CB7122}" presName="rootText" presStyleLbl="node2" presStyleIdx="1" presStyleCnt="3" custLinFactX="-99325" custLinFactY="100000" custLinFactNeighborX="-100000" custLinFactNeighborY="100215">
        <dgm:presLayoutVars>
          <dgm:chPref val="3"/>
        </dgm:presLayoutVars>
      </dgm:prSet>
      <dgm:spPr/>
      <dgm:t>
        <a:bodyPr/>
        <a:lstStyle/>
        <a:p>
          <a:endParaRPr lang="hu-HU"/>
        </a:p>
      </dgm:t>
    </dgm:pt>
    <dgm:pt modelId="{58D47575-1036-4E52-A23B-332532ECFA64}" type="pres">
      <dgm:prSet presAssocID="{A8989792-5CCB-4E77-A244-EFB229CB7122}" presName="rootConnector" presStyleLbl="node2" presStyleIdx="1" presStyleCnt="3"/>
      <dgm:spPr/>
      <dgm:t>
        <a:bodyPr/>
        <a:lstStyle/>
        <a:p>
          <a:endParaRPr lang="hu-HU"/>
        </a:p>
      </dgm:t>
    </dgm:pt>
    <dgm:pt modelId="{479B3691-002A-4392-91C3-19171DDDD87F}" type="pres">
      <dgm:prSet presAssocID="{A8989792-5CCB-4E77-A244-EFB229CB7122}" presName="hierChild4" presStyleCnt="0"/>
      <dgm:spPr/>
    </dgm:pt>
    <dgm:pt modelId="{BF8C35ED-10B5-43A3-9A94-4B80D2EFC512}" type="pres">
      <dgm:prSet presAssocID="{EBA86965-2E43-4B88-B5D8-5BC9874540CF}" presName="Name35" presStyleLbl="parChTrans1D3" presStyleIdx="3" presStyleCnt="9"/>
      <dgm:spPr/>
      <dgm:t>
        <a:bodyPr/>
        <a:lstStyle/>
        <a:p>
          <a:endParaRPr lang="hu-HU"/>
        </a:p>
      </dgm:t>
    </dgm:pt>
    <dgm:pt modelId="{9C71584B-366B-4B04-A1FF-B166C17537C3}" type="pres">
      <dgm:prSet presAssocID="{10FB463B-B1D4-481A-B27D-0AA4306B4669}" presName="hierRoot2" presStyleCnt="0">
        <dgm:presLayoutVars>
          <dgm:hierBranch val="init"/>
        </dgm:presLayoutVars>
      </dgm:prSet>
      <dgm:spPr/>
    </dgm:pt>
    <dgm:pt modelId="{F5B6FC24-0EB3-4A50-BE3B-90E700020602}" type="pres">
      <dgm:prSet presAssocID="{10FB463B-B1D4-481A-B27D-0AA4306B4669}" presName="rootComposite" presStyleCnt="0"/>
      <dgm:spPr/>
    </dgm:pt>
    <dgm:pt modelId="{26881EC3-CD1D-4C26-A912-2BFCEAAA3C04}" type="pres">
      <dgm:prSet presAssocID="{10FB463B-B1D4-481A-B27D-0AA4306B4669}" presName="rootText" presStyleLbl="node3" presStyleIdx="3" presStyleCnt="9" custLinFactX="-100000" custLinFactY="100000" custLinFactNeighborX="-119354" custLinFactNeighborY="120905">
        <dgm:presLayoutVars>
          <dgm:chPref val="3"/>
        </dgm:presLayoutVars>
      </dgm:prSet>
      <dgm:spPr/>
      <dgm:t>
        <a:bodyPr/>
        <a:lstStyle/>
        <a:p>
          <a:endParaRPr lang="hu-HU"/>
        </a:p>
      </dgm:t>
    </dgm:pt>
    <dgm:pt modelId="{651EDFBA-853F-4E64-9DF9-5F32AEE6B7FA}" type="pres">
      <dgm:prSet presAssocID="{10FB463B-B1D4-481A-B27D-0AA4306B4669}" presName="rootConnector" presStyleLbl="node3" presStyleIdx="3" presStyleCnt="9"/>
      <dgm:spPr/>
      <dgm:t>
        <a:bodyPr/>
        <a:lstStyle/>
        <a:p>
          <a:endParaRPr lang="hu-HU"/>
        </a:p>
      </dgm:t>
    </dgm:pt>
    <dgm:pt modelId="{987A3EB7-90FA-4867-9EB4-8A2587989C99}" type="pres">
      <dgm:prSet presAssocID="{10FB463B-B1D4-481A-B27D-0AA4306B4669}" presName="hierChild4" presStyleCnt="0"/>
      <dgm:spPr/>
    </dgm:pt>
    <dgm:pt modelId="{8AAC74BF-39B9-4ED8-A249-82D3F1BE052A}" type="pres">
      <dgm:prSet presAssocID="{10FB463B-B1D4-481A-B27D-0AA4306B4669}" presName="hierChild5" presStyleCnt="0"/>
      <dgm:spPr/>
    </dgm:pt>
    <dgm:pt modelId="{E5E70BE1-9DD1-4829-80FD-151B1E660F29}" type="pres">
      <dgm:prSet presAssocID="{EB42AC70-B1B9-4691-9F89-3A8256F3846E}" presName="Name35" presStyleLbl="parChTrans1D3" presStyleIdx="4" presStyleCnt="9"/>
      <dgm:spPr/>
      <dgm:t>
        <a:bodyPr/>
        <a:lstStyle/>
        <a:p>
          <a:endParaRPr lang="hu-HU"/>
        </a:p>
      </dgm:t>
    </dgm:pt>
    <dgm:pt modelId="{C5A29B24-B2D0-4F1F-BD62-2A336C163B3F}" type="pres">
      <dgm:prSet presAssocID="{3AD6BBAE-63D3-4181-ACE8-77BBB5977F61}" presName="hierRoot2" presStyleCnt="0">
        <dgm:presLayoutVars>
          <dgm:hierBranch val="init"/>
        </dgm:presLayoutVars>
      </dgm:prSet>
      <dgm:spPr/>
    </dgm:pt>
    <dgm:pt modelId="{0AA7E112-1C0C-4D45-9B82-C3132CD8DCB7}" type="pres">
      <dgm:prSet presAssocID="{3AD6BBAE-63D3-4181-ACE8-77BBB5977F61}" presName="rootComposite" presStyleCnt="0"/>
      <dgm:spPr/>
    </dgm:pt>
    <dgm:pt modelId="{D5813D0D-D293-4A7D-9723-CD5763F9A9F0}" type="pres">
      <dgm:prSet presAssocID="{3AD6BBAE-63D3-4181-ACE8-77BBB5977F61}" presName="rootText" presStyleLbl="node3" presStyleIdx="4" presStyleCnt="9" custLinFactX="-100000" custLinFactY="100000" custLinFactNeighborX="-108922" custLinFactNeighborY="120905">
        <dgm:presLayoutVars>
          <dgm:chPref val="3"/>
        </dgm:presLayoutVars>
      </dgm:prSet>
      <dgm:spPr/>
      <dgm:t>
        <a:bodyPr/>
        <a:lstStyle/>
        <a:p>
          <a:endParaRPr lang="hu-HU"/>
        </a:p>
      </dgm:t>
    </dgm:pt>
    <dgm:pt modelId="{081D6B30-4325-4FA8-865A-1614D1AB3C17}" type="pres">
      <dgm:prSet presAssocID="{3AD6BBAE-63D3-4181-ACE8-77BBB5977F61}" presName="rootConnector" presStyleLbl="node3" presStyleIdx="4" presStyleCnt="9"/>
      <dgm:spPr/>
      <dgm:t>
        <a:bodyPr/>
        <a:lstStyle/>
        <a:p>
          <a:endParaRPr lang="hu-HU"/>
        </a:p>
      </dgm:t>
    </dgm:pt>
    <dgm:pt modelId="{804DB894-D846-4882-9898-49CF03811525}" type="pres">
      <dgm:prSet presAssocID="{3AD6BBAE-63D3-4181-ACE8-77BBB5977F61}" presName="hierChild4" presStyleCnt="0"/>
      <dgm:spPr/>
    </dgm:pt>
    <dgm:pt modelId="{FF81E3F1-42A2-4514-AC45-7CD75399C54D}" type="pres">
      <dgm:prSet presAssocID="{3AD6BBAE-63D3-4181-ACE8-77BBB5977F61}" presName="hierChild5" presStyleCnt="0"/>
      <dgm:spPr/>
    </dgm:pt>
    <dgm:pt modelId="{52D9CEB2-1077-4FD2-91B7-010341A248AF}" type="pres">
      <dgm:prSet presAssocID="{BBD5BF2B-E86C-4A29-B929-EB71CDE8A34E}" presName="Name35" presStyleLbl="parChTrans1D3" presStyleIdx="5" presStyleCnt="9"/>
      <dgm:spPr/>
      <dgm:t>
        <a:bodyPr/>
        <a:lstStyle/>
        <a:p>
          <a:endParaRPr lang="hu-HU"/>
        </a:p>
      </dgm:t>
    </dgm:pt>
    <dgm:pt modelId="{467A8FA0-7434-4C85-98C0-25783ACD15C5}" type="pres">
      <dgm:prSet presAssocID="{EC613CDE-2D20-4E68-898A-6E8669BA665F}" presName="hierRoot2" presStyleCnt="0">
        <dgm:presLayoutVars>
          <dgm:hierBranch val="init"/>
        </dgm:presLayoutVars>
      </dgm:prSet>
      <dgm:spPr/>
    </dgm:pt>
    <dgm:pt modelId="{69C08564-2EB2-40D2-8C66-9319A180FC07}" type="pres">
      <dgm:prSet presAssocID="{EC613CDE-2D20-4E68-898A-6E8669BA665F}" presName="rootComposite" presStyleCnt="0"/>
      <dgm:spPr/>
    </dgm:pt>
    <dgm:pt modelId="{83CDC1D2-D03F-4853-ABD1-0B4A5F07957C}" type="pres">
      <dgm:prSet presAssocID="{EC613CDE-2D20-4E68-898A-6E8669BA665F}" presName="rootText" presStyleLbl="node3" presStyleIdx="5" presStyleCnt="9" custScaleX="135049" custLinFactX="-89728" custLinFactY="100000" custLinFactNeighborX="-100000" custLinFactNeighborY="120905">
        <dgm:presLayoutVars>
          <dgm:chPref val="3"/>
        </dgm:presLayoutVars>
      </dgm:prSet>
      <dgm:spPr/>
      <dgm:t>
        <a:bodyPr/>
        <a:lstStyle/>
        <a:p>
          <a:endParaRPr lang="hu-HU"/>
        </a:p>
      </dgm:t>
    </dgm:pt>
    <dgm:pt modelId="{83B38CC3-6EE5-40E2-94CE-F1C357F4CCFA}" type="pres">
      <dgm:prSet presAssocID="{EC613CDE-2D20-4E68-898A-6E8669BA665F}" presName="rootConnector" presStyleLbl="node3" presStyleIdx="5" presStyleCnt="9"/>
      <dgm:spPr/>
      <dgm:t>
        <a:bodyPr/>
        <a:lstStyle/>
        <a:p>
          <a:endParaRPr lang="hu-HU"/>
        </a:p>
      </dgm:t>
    </dgm:pt>
    <dgm:pt modelId="{6D555226-3AB9-421D-9BAD-06973B4B6528}" type="pres">
      <dgm:prSet presAssocID="{EC613CDE-2D20-4E68-898A-6E8669BA665F}" presName="hierChild4" presStyleCnt="0"/>
      <dgm:spPr/>
    </dgm:pt>
    <dgm:pt modelId="{452A3AEC-B1CD-4AE6-9894-DD5FB0CC72D2}" type="pres">
      <dgm:prSet presAssocID="{EC613CDE-2D20-4E68-898A-6E8669BA665F}" presName="hierChild5" presStyleCnt="0"/>
      <dgm:spPr/>
    </dgm:pt>
    <dgm:pt modelId="{2C0C71B1-B6EE-4ED2-824D-D8145ED4A834}" type="pres">
      <dgm:prSet presAssocID="{B5F10CEB-B931-46A1-B7EC-63ED0F347CF0}" presName="Name35" presStyleLbl="parChTrans1D3" presStyleIdx="6" presStyleCnt="9"/>
      <dgm:spPr/>
      <dgm:t>
        <a:bodyPr/>
        <a:lstStyle/>
        <a:p>
          <a:endParaRPr lang="hu-HU"/>
        </a:p>
      </dgm:t>
    </dgm:pt>
    <dgm:pt modelId="{7D8654EC-51BC-4C02-A8C7-59D0D9EF39D5}" type="pres">
      <dgm:prSet presAssocID="{82110E88-3EB4-42D8-9274-EFD31E08421D}" presName="hierRoot2" presStyleCnt="0">
        <dgm:presLayoutVars>
          <dgm:hierBranch val="init"/>
        </dgm:presLayoutVars>
      </dgm:prSet>
      <dgm:spPr/>
    </dgm:pt>
    <dgm:pt modelId="{D58C673E-9EC9-4E3E-855A-1EB7123DBD7E}" type="pres">
      <dgm:prSet presAssocID="{82110E88-3EB4-42D8-9274-EFD31E08421D}" presName="rootComposite" presStyleCnt="0"/>
      <dgm:spPr/>
    </dgm:pt>
    <dgm:pt modelId="{582E1DDB-E2A6-45E7-9D92-34E966E5502A}" type="pres">
      <dgm:prSet presAssocID="{82110E88-3EB4-42D8-9274-EFD31E08421D}" presName="rootText" presStyleLbl="node3" presStyleIdx="6" presStyleCnt="9" custLinFactX="-88059" custLinFactY="100000" custLinFactNeighborX="-100000" custLinFactNeighborY="120905">
        <dgm:presLayoutVars>
          <dgm:chPref val="3"/>
        </dgm:presLayoutVars>
      </dgm:prSet>
      <dgm:spPr/>
      <dgm:t>
        <a:bodyPr/>
        <a:lstStyle/>
        <a:p>
          <a:endParaRPr lang="hu-HU"/>
        </a:p>
      </dgm:t>
    </dgm:pt>
    <dgm:pt modelId="{391575BF-85EA-4644-8E2D-9A6C20420123}" type="pres">
      <dgm:prSet presAssocID="{82110E88-3EB4-42D8-9274-EFD31E08421D}" presName="rootConnector" presStyleLbl="node3" presStyleIdx="6" presStyleCnt="9"/>
      <dgm:spPr/>
      <dgm:t>
        <a:bodyPr/>
        <a:lstStyle/>
        <a:p>
          <a:endParaRPr lang="hu-HU"/>
        </a:p>
      </dgm:t>
    </dgm:pt>
    <dgm:pt modelId="{D43557C6-A02E-4586-BABE-7916BB0B5743}" type="pres">
      <dgm:prSet presAssocID="{82110E88-3EB4-42D8-9274-EFD31E08421D}" presName="hierChild4" presStyleCnt="0"/>
      <dgm:spPr/>
    </dgm:pt>
    <dgm:pt modelId="{CB22A42D-D65F-47CD-872C-92826445DAAA}" type="pres">
      <dgm:prSet presAssocID="{82110E88-3EB4-42D8-9274-EFD31E08421D}" presName="hierChild5" presStyleCnt="0"/>
      <dgm:spPr/>
    </dgm:pt>
    <dgm:pt modelId="{D2C215A4-B9C7-46DA-A522-7D5311754D50}" type="pres">
      <dgm:prSet presAssocID="{A8989792-5CCB-4E77-A244-EFB229CB7122}" presName="hierChild5" presStyleCnt="0"/>
      <dgm:spPr/>
    </dgm:pt>
    <dgm:pt modelId="{E7944D1F-4225-44C3-89DA-2A89D2DF704A}" type="pres">
      <dgm:prSet presAssocID="{C31DC7AE-C8D6-4DDE-892A-9B13C7B94A71}" presName="Name37" presStyleLbl="parChTrans1D2" presStyleIdx="2" presStyleCnt="3"/>
      <dgm:spPr/>
      <dgm:t>
        <a:bodyPr/>
        <a:lstStyle/>
        <a:p>
          <a:endParaRPr lang="hu-HU"/>
        </a:p>
      </dgm:t>
    </dgm:pt>
    <dgm:pt modelId="{209064C4-1A9B-4FA4-A9A1-DE372D23459F}" type="pres">
      <dgm:prSet presAssocID="{41DB4418-884D-4FB9-A7F4-BD195179EAFA}" presName="hierRoot2" presStyleCnt="0">
        <dgm:presLayoutVars>
          <dgm:hierBranch/>
        </dgm:presLayoutVars>
      </dgm:prSet>
      <dgm:spPr/>
    </dgm:pt>
    <dgm:pt modelId="{FC624590-7C3F-414A-A10F-36462504DDB8}" type="pres">
      <dgm:prSet presAssocID="{41DB4418-884D-4FB9-A7F4-BD195179EAFA}" presName="rootComposite" presStyleCnt="0"/>
      <dgm:spPr/>
    </dgm:pt>
    <dgm:pt modelId="{B3E944CF-0E9B-4546-BEE6-2169F35EF5F3}" type="pres">
      <dgm:prSet presAssocID="{41DB4418-884D-4FB9-A7F4-BD195179EAFA}" presName="rootText" presStyleLbl="node2" presStyleIdx="2" presStyleCnt="3" custLinFactX="-200000" custLinFactNeighborX="-226073" custLinFactNeighborY="2857">
        <dgm:presLayoutVars>
          <dgm:chPref val="3"/>
        </dgm:presLayoutVars>
      </dgm:prSet>
      <dgm:spPr/>
      <dgm:t>
        <a:bodyPr/>
        <a:lstStyle/>
        <a:p>
          <a:endParaRPr lang="hu-HU"/>
        </a:p>
      </dgm:t>
    </dgm:pt>
    <dgm:pt modelId="{4CDE596E-0A26-419A-969B-3CB9D6FA3224}" type="pres">
      <dgm:prSet presAssocID="{41DB4418-884D-4FB9-A7F4-BD195179EAFA}" presName="rootConnector" presStyleLbl="node2" presStyleIdx="2" presStyleCnt="3"/>
      <dgm:spPr/>
      <dgm:t>
        <a:bodyPr/>
        <a:lstStyle/>
        <a:p>
          <a:endParaRPr lang="hu-HU"/>
        </a:p>
      </dgm:t>
    </dgm:pt>
    <dgm:pt modelId="{C372073D-78F0-4ABD-8FC9-CEE5ED68DA81}" type="pres">
      <dgm:prSet presAssocID="{41DB4418-884D-4FB9-A7F4-BD195179EAFA}" presName="hierChild4" presStyleCnt="0"/>
      <dgm:spPr/>
    </dgm:pt>
    <dgm:pt modelId="{DE62E196-C8C5-433D-BCDF-7967B918592B}" type="pres">
      <dgm:prSet presAssocID="{C249D0DE-FDAD-4B07-99E6-B74837B92096}" presName="Name35" presStyleLbl="parChTrans1D3" presStyleIdx="7" presStyleCnt="9"/>
      <dgm:spPr/>
      <dgm:t>
        <a:bodyPr/>
        <a:lstStyle/>
        <a:p>
          <a:endParaRPr lang="hu-HU"/>
        </a:p>
      </dgm:t>
    </dgm:pt>
    <dgm:pt modelId="{4F36C1F6-C3A6-464D-B1D5-CC9A6981A4D7}" type="pres">
      <dgm:prSet presAssocID="{41B3F256-F900-4D05-9E04-D9477EA47D3D}" presName="hierRoot2" presStyleCnt="0">
        <dgm:presLayoutVars>
          <dgm:hierBranch val="init"/>
        </dgm:presLayoutVars>
      </dgm:prSet>
      <dgm:spPr/>
    </dgm:pt>
    <dgm:pt modelId="{829B9B4F-A8C4-4D59-A100-F4B3EF0F093F}" type="pres">
      <dgm:prSet presAssocID="{41B3F256-F900-4D05-9E04-D9477EA47D3D}" presName="rootComposite" presStyleCnt="0"/>
      <dgm:spPr/>
    </dgm:pt>
    <dgm:pt modelId="{D8743242-4264-41CE-A1FF-713C23A31E3E}" type="pres">
      <dgm:prSet presAssocID="{41B3F256-F900-4D05-9E04-D9477EA47D3D}" presName="rootText" presStyleLbl="node3" presStyleIdx="7" presStyleCnt="9" custLinFactX="-200000" custLinFactNeighborX="-231728" custLinFactNeighborY="1051">
        <dgm:presLayoutVars>
          <dgm:chPref val="3"/>
        </dgm:presLayoutVars>
      </dgm:prSet>
      <dgm:spPr/>
      <dgm:t>
        <a:bodyPr/>
        <a:lstStyle/>
        <a:p>
          <a:endParaRPr lang="hu-HU"/>
        </a:p>
      </dgm:t>
    </dgm:pt>
    <dgm:pt modelId="{858E0CFC-20C2-4BA0-AA27-D39AA2AF0211}" type="pres">
      <dgm:prSet presAssocID="{41B3F256-F900-4D05-9E04-D9477EA47D3D}" presName="rootConnector" presStyleLbl="node3" presStyleIdx="7" presStyleCnt="9"/>
      <dgm:spPr/>
      <dgm:t>
        <a:bodyPr/>
        <a:lstStyle/>
        <a:p>
          <a:endParaRPr lang="hu-HU"/>
        </a:p>
      </dgm:t>
    </dgm:pt>
    <dgm:pt modelId="{86262C3B-285C-4DFF-A12F-035B6C0FDD48}" type="pres">
      <dgm:prSet presAssocID="{41B3F256-F900-4D05-9E04-D9477EA47D3D}" presName="hierChild4" presStyleCnt="0"/>
      <dgm:spPr/>
    </dgm:pt>
    <dgm:pt modelId="{22E231EB-82CE-4CAF-943A-F946FAA48396}" type="pres">
      <dgm:prSet presAssocID="{41B3F256-F900-4D05-9E04-D9477EA47D3D}" presName="hierChild5" presStyleCnt="0"/>
      <dgm:spPr/>
    </dgm:pt>
    <dgm:pt modelId="{8AA2756E-1026-4639-BE99-66106C9174D0}" type="pres">
      <dgm:prSet presAssocID="{4A5651A8-A2A9-4C30-9B52-92C568F003D0}" presName="Name35" presStyleLbl="parChTrans1D3" presStyleIdx="8" presStyleCnt="9"/>
      <dgm:spPr/>
      <dgm:t>
        <a:bodyPr/>
        <a:lstStyle/>
        <a:p>
          <a:endParaRPr lang="hu-HU"/>
        </a:p>
      </dgm:t>
    </dgm:pt>
    <dgm:pt modelId="{73162088-39A8-4F80-AC0E-D6C7C46DB215}" type="pres">
      <dgm:prSet presAssocID="{4E6ADC4F-258A-4F55-90F8-6C8C02927A4E}" presName="hierRoot2" presStyleCnt="0">
        <dgm:presLayoutVars>
          <dgm:hierBranch val="init"/>
        </dgm:presLayoutVars>
      </dgm:prSet>
      <dgm:spPr/>
    </dgm:pt>
    <dgm:pt modelId="{9EF368D4-A1AC-4BE3-AB91-38805556749D}" type="pres">
      <dgm:prSet presAssocID="{4E6ADC4F-258A-4F55-90F8-6C8C02927A4E}" presName="rootComposite" presStyleCnt="0"/>
      <dgm:spPr/>
    </dgm:pt>
    <dgm:pt modelId="{71B35BE3-52AD-4974-8A58-CDB93511FF40}" type="pres">
      <dgm:prSet presAssocID="{4E6ADC4F-258A-4F55-90F8-6C8C02927A4E}" presName="rootText" presStyleLbl="node3" presStyleIdx="8" presStyleCnt="9" custScaleX="142931" custLinFactX="-200000" custLinFactNeighborX="-203772" custLinFactNeighborY="1051">
        <dgm:presLayoutVars>
          <dgm:chPref val="3"/>
        </dgm:presLayoutVars>
      </dgm:prSet>
      <dgm:spPr/>
      <dgm:t>
        <a:bodyPr/>
        <a:lstStyle/>
        <a:p>
          <a:endParaRPr lang="hu-HU"/>
        </a:p>
      </dgm:t>
    </dgm:pt>
    <dgm:pt modelId="{F555834A-3E29-4AB2-A4F1-3D618C12479C}" type="pres">
      <dgm:prSet presAssocID="{4E6ADC4F-258A-4F55-90F8-6C8C02927A4E}" presName="rootConnector" presStyleLbl="node3" presStyleIdx="8" presStyleCnt="9"/>
      <dgm:spPr/>
      <dgm:t>
        <a:bodyPr/>
        <a:lstStyle/>
        <a:p>
          <a:endParaRPr lang="hu-HU"/>
        </a:p>
      </dgm:t>
    </dgm:pt>
    <dgm:pt modelId="{0D5FEC9B-D371-4735-B798-B11C22268FB9}" type="pres">
      <dgm:prSet presAssocID="{4E6ADC4F-258A-4F55-90F8-6C8C02927A4E}" presName="hierChild4" presStyleCnt="0"/>
      <dgm:spPr/>
    </dgm:pt>
    <dgm:pt modelId="{58D07E58-B247-44F6-8C63-C1715BC8D152}" type="pres">
      <dgm:prSet presAssocID="{4E6ADC4F-258A-4F55-90F8-6C8C02927A4E}" presName="hierChild5" presStyleCnt="0"/>
      <dgm:spPr/>
    </dgm:pt>
    <dgm:pt modelId="{C4C42091-79AB-4E72-9F54-5884227CF395}" type="pres">
      <dgm:prSet presAssocID="{41DB4418-884D-4FB9-A7F4-BD195179EAFA}" presName="hierChild5" presStyleCnt="0"/>
      <dgm:spPr/>
    </dgm:pt>
    <dgm:pt modelId="{19D26811-E518-4D44-B53F-FAB4C0EBB351}" type="pres">
      <dgm:prSet presAssocID="{6020505B-E0B0-4C77-A38D-A564E7694A1B}" presName="hierChild3" presStyleCnt="0"/>
      <dgm:spPr/>
    </dgm:pt>
  </dgm:ptLst>
  <dgm:cxnLst>
    <dgm:cxn modelId="{BF33EA01-DE33-41C7-8610-784EC607D92A}" srcId="{A8989792-5CCB-4E77-A244-EFB229CB7122}" destId="{EC613CDE-2D20-4E68-898A-6E8669BA665F}" srcOrd="2" destOrd="0" parTransId="{BBD5BF2B-E86C-4A29-B929-EB71CDE8A34E}" sibTransId="{8403DFA7-DD2B-4519-BE1F-BBDFA5051E19}"/>
    <dgm:cxn modelId="{94ED6EEE-558F-4BBE-8DE9-8F8D3FE08BDC}" type="presOf" srcId="{EC613CDE-2D20-4E68-898A-6E8669BA665F}" destId="{83CDC1D2-D03F-4853-ABD1-0B4A5F07957C}" srcOrd="0" destOrd="0" presId="urn:microsoft.com/office/officeart/2005/8/layout/orgChart1"/>
    <dgm:cxn modelId="{8B18999E-F2A5-40DB-9A4F-DA1D1A1F4FCC}" type="presOf" srcId="{0FF953F3-C6C6-4D4E-838F-2F548D4C8E87}" destId="{29985E68-82EA-4E9B-AD73-66B592D9B7F8}" srcOrd="0" destOrd="0" presId="urn:microsoft.com/office/officeart/2005/8/layout/orgChart1"/>
    <dgm:cxn modelId="{F00A7D26-1BEB-4273-87EA-DBB2B087FB7A}" srcId="{41DB4418-884D-4FB9-A7F4-BD195179EAFA}" destId="{4E6ADC4F-258A-4F55-90F8-6C8C02927A4E}" srcOrd="1" destOrd="0" parTransId="{4A5651A8-A2A9-4C30-9B52-92C568F003D0}" sibTransId="{81BA6506-4A50-4A34-9DFB-377EF6824265}"/>
    <dgm:cxn modelId="{99C7093F-081E-4758-804A-1F387FFFE241}" type="presOf" srcId="{695AF575-B610-439F-B101-BA9B0FAB18D3}" destId="{A2ADD7C3-4F7C-458C-8B22-05A3886F8E4D}" srcOrd="0" destOrd="0" presId="urn:microsoft.com/office/officeart/2005/8/layout/orgChart1"/>
    <dgm:cxn modelId="{E2E99D51-3EA7-4A2F-8002-616DE5EE7471}" srcId="{41DB4418-884D-4FB9-A7F4-BD195179EAFA}" destId="{41B3F256-F900-4D05-9E04-D9477EA47D3D}" srcOrd="0" destOrd="0" parTransId="{C249D0DE-FDAD-4B07-99E6-B74837B92096}" sibTransId="{8EE2A82C-3F3F-4AA3-8798-6128CAE493D7}"/>
    <dgm:cxn modelId="{90D95E5C-B9A5-4A76-A217-5010A8F055F7}" srcId="{AFDDD911-9017-46BF-B096-D99DDC672100}" destId="{6020505B-E0B0-4C77-A38D-A564E7694A1B}" srcOrd="0" destOrd="0" parTransId="{3C136812-E77D-4520-BFA3-B6C21B7116A4}" sibTransId="{C8C72DCA-9897-4B4B-BD32-434560AC7926}"/>
    <dgm:cxn modelId="{7068BB01-77C6-4808-BBC6-DF58D2A324A4}" srcId="{A8989792-5CCB-4E77-A244-EFB229CB7122}" destId="{3AD6BBAE-63D3-4181-ACE8-77BBB5977F61}" srcOrd="1" destOrd="0" parTransId="{EB42AC70-B1B9-4691-9F89-3A8256F3846E}" sibTransId="{D3D36630-41A5-44BC-A074-73E29E451233}"/>
    <dgm:cxn modelId="{965FE21A-2212-49A6-954E-9DDFC01B7911}" srcId="{0B7344BA-4A77-4A84-81F6-692C214C71DC}" destId="{695AF575-B610-439F-B101-BA9B0FAB18D3}" srcOrd="0" destOrd="0" parTransId="{04EA5EA9-0769-45F6-BEB1-CE962F3684A1}" sibTransId="{4117B1E0-FAFF-4190-A8A0-3A46922796E2}"/>
    <dgm:cxn modelId="{0BF350A1-8B2F-4D6E-896A-81571109DA9C}" type="presOf" srcId="{41DB4418-884D-4FB9-A7F4-BD195179EAFA}" destId="{4CDE596E-0A26-419A-969B-3CB9D6FA3224}" srcOrd="1" destOrd="0" presId="urn:microsoft.com/office/officeart/2005/8/layout/orgChart1"/>
    <dgm:cxn modelId="{DC67B0E6-0E4B-4DBE-9B8A-C44465A5535A}" type="presOf" srcId="{B5F10CEB-B931-46A1-B7EC-63ED0F347CF0}" destId="{2C0C71B1-B6EE-4ED2-824D-D8145ED4A834}" srcOrd="0" destOrd="0" presId="urn:microsoft.com/office/officeart/2005/8/layout/orgChart1"/>
    <dgm:cxn modelId="{7350209F-E3B7-49FA-A644-7452D8BC4333}" type="presOf" srcId="{4A5651A8-A2A9-4C30-9B52-92C568F003D0}" destId="{8AA2756E-1026-4639-BE99-66106C9174D0}" srcOrd="0" destOrd="0" presId="urn:microsoft.com/office/officeart/2005/8/layout/orgChart1"/>
    <dgm:cxn modelId="{72A73ED8-D050-4CE1-80D4-2347D9620E5B}" type="presOf" srcId="{AFDDD911-9017-46BF-B096-D99DDC672100}" destId="{BCC788C2-95F6-4406-A4D5-E6B9E991BAEF}" srcOrd="0" destOrd="0" presId="urn:microsoft.com/office/officeart/2005/8/layout/orgChart1"/>
    <dgm:cxn modelId="{53B0E36C-7ADA-4FDB-9313-64893A8839B2}" srcId="{0B7344BA-4A77-4A84-81F6-692C214C71DC}" destId="{0AC50893-F2BE-44A2-9379-FCBB6845F355}" srcOrd="2" destOrd="0" parTransId="{0FF953F3-C6C6-4D4E-838F-2F548D4C8E87}" sibTransId="{C2445AA7-8579-4590-94D7-48EE5577F702}"/>
    <dgm:cxn modelId="{6129DA2E-33F3-4368-A121-739276522FB4}" type="presOf" srcId="{6020505B-E0B0-4C77-A38D-A564E7694A1B}" destId="{EC535467-5633-404D-A173-6A71A981AC36}" srcOrd="1" destOrd="0" presId="urn:microsoft.com/office/officeart/2005/8/layout/orgChart1"/>
    <dgm:cxn modelId="{7C719DB9-F671-413C-83A5-073C3B60F302}" type="presOf" srcId="{C31DC7AE-C8D6-4DDE-892A-9B13C7B94A71}" destId="{E7944D1F-4225-44C3-89DA-2A89D2DF704A}" srcOrd="0" destOrd="0" presId="urn:microsoft.com/office/officeart/2005/8/layout/orgChart1"/>
    <dgm:cxn modelId="{EE2EB0CF-BCAA-4EEA-ABE3-9B76329150E8}" srcId="{6020505B-E0B0-4C77-A38D-A564E7694A1B}" destId="{41DB4418-884D-4FB9-A7F4-BD195179EAFA}" srcOrd="2" destOrd="0" parTransId="{C31DC7AE-C8D6-4DDE-892A-9B13C7B94A71}" sibTransId="{8B80029F-549A-4E91-8808-5224847B8302}"/>
    <dgm:cxn modelId="{4A61B368-2B37-4C22-A49E-898A28D991F0}" type="presOf" srcId="{0B7344BA-4A77-4A84-81F6-692C214C71DC}" destId="{F41743CA-9DF1-4BA5-9568-B43BE27DB0C4}" srcOrd="1" destOrd="0" presId="urn:microsoft.com/office/officeart/2005/8/layout/orgChart1"/>
    <dgm:cxn modelId="{8218BA8B-0F07-49D2-9F16-EE7183C42FC4}" type="presOf" srcId="{10FB463B-B1D4-481A-B27D-0AA4306B4669}" destId="{26881EC3-CD1D-4C26-A912-2BFCEAAA3C04}" srcOrd="0" destOrd="0" presId="urn:microsoft.com/office/officeart/2005/8/layout/orgChart1"/>
    <dgm:cxn modelId="{38A9EA52-17D0-4CC9-85F7-E794F07D3821}" type="presOf" srcId="{0B7344BA-4A77-4A84-81F6-692C214C71DC}" destId="{CEF3A825-5079-4A60-B3A9-D85A1166AF2F}" srcOrd="0" destOrd="0" presId="urn:microsoft.com/office/officeart/2005/8/layout/orgChart1"/>
    <dgm:cxn modelId="{1AF1210C-2683-43C0-B0FC-2B5D3FC0A4BE}" type="presOf" srcId="{A8989792-5CCB-4E77-A244-EFB229CB7122}" destId="{58D47575-1036-4E52-A23B-332532ECFA64}" srcOrd="1" destOrd="0" presId="urn:microsoft.com/office/officeart/2005/8/layout/orgChart1"/>
    <dgm:cxn modelId="{EBEAB8E5-DDFA-471D-9C9D-A74C35840F52}" type="presOf" srcId="{04EA5EA9-0769-45F6-BEB1-CE962F3684A1}" destId="{9332EB66-DDBE-4A61-9950-2BCF632B7EBB}" srcOrd="0" destOrd="0" presId="urn:microsoft.com/office/officeart/2005/8/layout/orgChart1"/>
    <dgm:cxn modelId="{FFDB5E4A-8052-46B5-B92F-D32AE04EF51A}" type="presOf" srcId="{EC613CDE-2D20-4E68-898A-6E8669BA665F}" destId="{83B38CC3-6EE5-40E2-94CE-F1C357F4CCFA}" srcOrd="1" destOrd="0" presId="urn:microsoft.com/office/officeart/2005/8/layout/orgChart1"/>
    <dgm:cxn modelId="{5281B99F-19B8-4D78-BEB0-7F1BF528809B}" type="presOf" srcId="{0AC50893-F2BE-44A2-9379-FCBB6845F355}" destId="{EF8FBD01-762D-4402-8082-2D0C39E7D266}" srcOrd="1" destOrd="0" presId="urn:microsoft.com/office/officeart/2005/8/layout/orgChart1"/>
    <dgm:cxn modelId="{6A239A50-B264-4210-8B43-81996E626F93}" type="presOf" srcId="{41B3F256-F900-4D05-9E04-D9477EA47D3D}" destId="{858E0CFC-20C2-4BA0-AA27-D39AA2AF0211}" srcOrd="1" destOrd="0" presId="urn:microsoft.com/office/officeart/2005/8/layout/orgChart1"/>
    <dgm:cxn modelId="{A18939AD-D01F-4BF0-BDE8-D09F209C0303}" type="presOf" srcId="{3AD6BBAE-63D3-4181-ACE8-77BBB5977F61}" destId="{081D6B30-4325-4FA8-865A-1614D1AB3C17}" srcOrd="1" destOrd="0" presId="urn:microsoft.com/office/officeart/2005/8/layout/orgChart1"/>
    <dgm:cxn modelId="{A334A9F4-40BE-45D3-951B-76C4C3E650BD}" srcId="{6020505B-E0B0-4C77-A38D-A564E7694A1B}" destId="{A8989792-5CCB-4E77-A244-EFB229CB7122}" srcOrd="1" destOrd="0" parTransId="{698DBBD2-EB8C-418F-8C59-725006B2C476}" sibTransId="{A064FAF0-AE27-434D-8B27-18799EC2E795}"/>
    <dgm:cxn modelId="{7659F90F-0801-4BC5-9A0E-454C44E5D27D}" type="presOf" srcId="{EBA86965-2E43-4B88-B5D8-5BC9874540CF}" destId="{BF8C35ED-10B5-43A3-9A94-4B80D2EFC512}" srcOrd="0" destOrd="0" presId="urn:microsoft.com/office/officeart/2005/8/layout/orgChart1"/>
    <dgm:cxn modelId="{0CD2B19B-3F9B-48B4-B512-6E0A705D69B7}" type="presOf" srcId="{5E908962-52BA-41AD-91DB-702240B45FDB}" destId="{EFD99D6F-6886-47F1-AC11-70C3602EAFFD}" srcOrd="0" destOrd="0" presId="urn:microsoft.com/office/officeart/2005/8/layout/orgChart1"/>
    <dgm:cxn modelId="{BBA4E511-8470-4D58-BDB2-AB0103300F3C}" type="presOf" srcId="{82110E88-3EB4-42D8-9274-EFD31E08421D}" destId="{582E1DDB-E2A6-45E7-9D92-34E966E5502A}" srcOrd="0" destOrd="0" presId="urn:microsoft.com/office/officeart/2005/8/layout/orgChart1"/>
    <dgm:cxn modelId="{BA5AB6B4-FE8A-4EFC-BC3B-0B99C88EA8A7}" type="presOf" srcId="{41DB4418-884D-4FB9-A7F4-BD195179EAFA}" destId="{B3E944CF-0E9B-4546-BEE6-2169F35EF5F3}" srcOrd="0" destOrd="0" presId="urn:microsoft.com/office/officeart/2005/8/layout/orgChart1"/>
    <dgm:cxn modelId="{4BC69805-F464-4CD9-9087-2A6B13652C92}" type="presOf" srcId="{6020505B-E0B0-4C77-A38D-A564E7694A1B}" destId="{6EDBD247-2997-4D5F-AAE9-831CA37FEAE6}" srcOrd="0" destOrd="0" presId="urn:microsoft.com/office/officeart/2005/8/layout/orgChart1"/>
    <dgm:cxn modelId="{CE4ACDFA-051B-4071-A538-09E9641008C8}" srcId="{A8989792-5CCB-4E77-A244-EFB229CB7122}" destId="{10FB463B-B1D4-481A-B27D-0AA4306B4669}" srcOrd="0" destOrd="0" parTransId="{EBA86965-2E43-4B88-B5D8-5BC9874540CF}" sibTransId="{1E3DDF6E-BF06-4B3E-95DC-CFD954F07B00}"/>
    <dgm:cxn modelId="{34C206FC-E2C9-4A4A-87FA-8C9CAB2C3DD0}" type="presOf" srcId="{BBD5BF2B-E86C-4A29-B929-EB71CDE8A34E}" destId="{52D9CEB2-1077-4FD2-91B7-010341A248AF}" srcOrd="0" destOrd="0" presId="urn:microsoft.com/office/officeart/2005/8/layout/orgChart1"/>
    <dgm:cxn modelId="{F227ED81-0E52-4C46-8538-5F6B23F4A942}" type="presOf" srcId="{82110E88-3EB4-42D8-9274-EFD31E08421D}" destId="{391575BF-85EA-4644-8E2D-9A6C20420123}" srcOrd="1" destOrd="0" presId="urn:microsoft.com/office/officeart/2005/8/layout/orgChart1"/>
    <dgm:cxn modelId="{554F87F1-1867-443F-9AB4-CDA2189B5F8D}" type="presOf" srcId="{10FB463B-B1D4-481A-B27D-0AA4306B4669}" destId="{651EDFBA-853F-4E64-9DF9-5F32AEE6B7FA}" srcOrd="1" destOrd="0" presId="urn:microsoft.com/office/officeart/2005/8/layout/orgChart1"/>
    <dgm:cxn modelId="{DB4C2FDE-7909-4745-8C92-BA4CBF98C575}" srcId="{0B7344BA-4A77-4A84-81F6-692C214C71DC}" destId="{5E908962-52BA-41AD-91DB-702240B45FDB}" srcOrd="1" destOrd="0" parTransId="{8894C964-5651-4E1F-9470-8AF59FA108DD}" sibTransId="{1CCDBE6E-FCA7-4E0D-903C-E71F682AF83C}"/>
    <dgm:cxn modelId="{DC3D0E23-29B6-4A7F-B4E3-3CC2BB6B8D03}" type="presOf" srcId="{698DBBD2-EB8C-418F-8C59-725006B2C476}" destId="{21EC05B6-46BF-44A2-AC35-4BF66DF67B82}" srcOrd="0" destOrd="0" presId="urn:microsoft.com/office/officeart/2005/8/layout/orgChart1"/>
    <dgm:cxn modelId="{68681DEC-2936-4259-9DA4-6429A741D8B7}" type="presOf" srcId="{3AD6BBAE-63D3-4181-ACE8-77BBB5977F61}" destId="{D5813D0D-D293-4A7D-9723-CD5763F9A9F0}" srcOrd="0" destOrd="0" presId="urn:microsoft.com/office/officeart/2005/8/layout/orgChart1"/>
    <dgm:cxn modelId="{51E69BC3-1187-4607-A9F7-4F1466AE436D}" type="presOf" srcId="{0AC50893-F2BE-44A2-9379-FCBB6845F355}" destId="{3EA8546B-0505-44EC-A699-1C3F0373FA37}" srcOrd="0" destOrd="0" presId="urn:microsoft.com/office/officeart/2005/8/layout/orgChart1"/>
    <dgm:cxn modelId="{1938F463-2E29-4923-BE7B-E9D14C0FB1BF}" type="presOf" srcId="{EB42AC70-B1B9-4691-9F89-3A8256F3846E}" destId="{E5E70BE1-9DD1-4829-80FD-151B1E660F29}" srcOrd="0" destOrd="0" presId="urn:microsoft.com/office/officeart/2005/8/layout/orgChart1"/>
    <dgm:cxn modelId="{EE903CB8-A8AB-4BFC-A2E8-32C425A58608}" type="presOf" srcId="{8894C964-5651-4E1F-9470-8AF59FA108DD}" destId="{62692F94-5634-4727-ABF9-0961DDB11EB9}" srcOrd="0" destOrd="0" presId="urn:microsoft.com/office/officeart/2005/8/layout/orgChart1"/>
    <dgm:cxn modelId="{CBB35F11-5804-46D0-A02C-C54279DDAC04}" srcId="{A8989792-5CCB-4E77-A244-EFB229CB7122}" destId="{82110E88-3EB4-42D8-9274-EFD31E08421D}" srcOrd="3" destOrd="0" parTransId="{B5F10CEB-B931-46A1-B7EC-63ED0F347CF0}" sibTransId="{8EF14839-B4B9-4938-8698-DED179DC29EF}"/>
    <dgm:cxn modelId="{A467A7C6-41E7-4C01-9B8F-23DCDC7BB5DF}" type="presOf" srcId="{41B3F256-F900-4D05-9E04-D9477EA47D3D}" destId="{D8743242-4264-41CE-A1FF-713C23A31E3E}" srcOrd="0" destOrd="0" presId="urn:microsoft.com/office/officeart/2005/8/layout/orgChart1"/>
    <dgm:cxn modelId="{6C0B764F-3B00-40EC-A837-6D6BCAA8E389}" type="presOf" srcId="{F0D3310C-35DD-4F3E-8155-ED30EE8EF6EA}" destId="{5C054024-CEF3-4895-A6EF-BCFB3A9F31AF}" srcOrd="0" destOrd="0" presId="urn:microsoft.com/office/officeart/2005/8/layout/orgChart1"/>
    <dgm:cxn modelId="{4A2BDF3B-8988-4B58-8492-776A31482323}" type="presOf" srcId="{4E6ADC4F-258A-4F55-90F8-6C8C02927A4E}" destId="{F555834A-3E29-4AB2-A4F1-3D618C12479C}" srcOrd="1" destOrd="0" presId="urn:microsoft.com/office/officeart/2005/8/layout/orgChart1"/>
    <dgm:cxn modelId="{18069291-51E2-4D59-9D1E-2879162D6C73}" srcId="{6020505B-E0B0-4C77-A38D-A564E7694A1B}" destId="{0B7344BA-4A77-4A84-81F6-692C214C71DC}" srcOrd="0" destOrd="0" parTransId="{F0D3310C-35DD-4F3E-8155-ED30EE8EF6EA}" sibTransId="{F521D288-2D9E-4E38-812C-030600A279E4}"/>
    <dgm:cxn modelId="{2D5FB104-A114-4BF3-BEC2-167EEBAE78C8}" type="presOf" srcId="{4E6ADC4F-258A-4F55-90F8-6C8C02927A4E}" destId="{71B35BE3-52AD-4974-8A58-CDB93511FF40}" srcOrd="0" destOrd="0" presId="urn:microsoft.com/office/officeart/2005/8/layout/orgChart1"/>
    <dgm:cxn modelId="{DE2A5F59-EA8B-4881-BC71-C4EEE2E7889B}" type="presOf" srcId="{C249D0DE-FDAD-4B07-99E6-B74837B92096}" destId="{DE62E196-C8C5-433D-BCDF-7967B918592B}" srcOrd="0" destOrd="0" presId="urn:microsoft.com/office/officeart/2005/8/layout/orgChart1"/>
    <dgm:cxn modelId="{74CDB345-D6A7-4C88-A34E-15185933BD64}" type="presOf" srcId="{A8989792-5CCB-4E77-A244-EFB229CB7122}" destId="{6D0FAC21-72BB-485D-A009-DBB91D6B03A0}" srcOrd="0" destOrd="0" presId="urn:microsoft.com/office/officeart/2005/8/layout/orgChart1"/>
    <dgm:cxn modelId="{CA69DF5B-4158-4303-B6D2-8C7159FBA6A3}" type="presOf" srcId="{5E908962-52BA-41AD-91DB-702240B45FDB}" destId="{5BD68310-0A52-4C98-8192-4A83BA5D2C50}" srcOrd="1" destOrd="0" presId="urn:microsoft.com/office/officeart/2005/8/layout/orgChart1"/>
    <dgm:cxn modelId="{C67DC0DD-43F5-4ED0-96A8-F59F2D02D0EE}" type="presOf" srcId="{695AF575-B610-439F-B101-BA9B0FAB18D3}" destId="{3C88BE11-5263-4D02-BA4D-53E57E3EE8A3}" srcOrd="1" destOrd="0" presId="urn:microsoft.com/office/officeart/2005/8/layout/orgChart1"/>
    <dgm:cxn modelId="{FE651432-F9FA-43BF-87CE-CACAD18D5862}" type="presParOf" srcId="{BCC788C2-95F6-4406-A4D5-E6B9E991BAEF}" destId="{359496A5-7636-4336-AF83-653BDA2EDFFC}" srcOrd="0" destOrd="0" presId="urn:microsoft.com/office/officeart/2005/8/layout/orgChart1"/>
    <dgm:cxn modelId="{4C880A33-570E-4532-BF66-4386C848656E}" type="presParOf" srcId="{359496A5-7636-4336-AF83-653BDA2EDFFC}" destId="{2734F620-95A1-461C-9D42-14463FA08499}" srcOrd="0" destOrd="0" presId="urn:microsoft.com/office/officeart/2005/8/layout/orgChart1"/>
    <dgm:cxn modelId="{D3A994F4-1FF0-4BD0-89BA-C9F5D83622B2}" type="presParOf" srcId="{2734F620-95A1-461C-9D42-14463FA08499}" destId="{6EDBD247-2997-4D5F-AAE9-831CA37FEAE6}" srcOrd="0" destOrd="0" presId="urn:microsoft.com/office/officeart/2005/8/layout/orgChart1"/>
    <dgm:cxn modelId="{1D6EC50A-92D6-460B-AE64-4749B69A4483}" type="presParOf" srcId="{2734F620-95A1-461C-9D42-14463FA08499}" destId="{EC535467-5633-404D-A173-6A71A981AC36}" srcOrd="1" destOrd="0" presId="urn:microsoft.com/office/officeart/2005/8/layout/orgChart1"/>
    <dgm:cxn modelId="{B08B686A-6EA4-4516-AC4A-3247EE81329F}" type="presParOf" srcId="{359496A5-7636-4336-AF83-653BDA2EDFFC}" destId="{178053E8-A6B8-49FA-AD27-903BB7945E39}" srcOrd="1" destOrd="0" presId="urn:microsoft.com/office/officeart/2005/8/layout/orgChart1"/>
    <dgm:cxn modelId="{EF7F2AF8-2C30-400D-8388-FAA2504993E6}" type="presParOf" srcId="{178053E8-A6B8-49FA-AD27-903BB7945E39}" destId="{5C054024-CEF3-4895-A6EF-BCFB3A9F31AF}" srcOrd="0" destOrd="0" presId="urn:microsoft.com/office/officeart/2005/8/layout/orgChart1"/>
    <dgm:cxn modelId="{F7327B8B-5D39-4A87-8596-12E112391ECA}" type="presParOf" srcId="{178053E8-A6B8-49FA-AD27-903BB7945E39}" destId="{1966D5C9-3BA5-4368-85E6-972665C71CDD}" srcOrd="1" destOrd="0" presId="urn:microsoft.com/office/officeart/2005/8/layout/orgChart1"/>
    <dgm:cxn modelId="{0E7121B3-6835-4C18-B164-41D1EC7935E4}" type="presParOf" srcId="{1966D5C9-3BA5-4368-85E6-972665C71CDD}" destId="{1EA94D35-4177-4972-A5FC-1B9C17BBA7C6}" srcOrd="0" destOrd="0" presId="urn:microsoft.com/office/officeart/2005/8/layout/orgChart1"/>
    <dgm:cxn modelId="{F72A5F7B-5603-4E41-A6AB-9BD7D0F7174E}" type="presParOf" srcId="{1EA94D35-4177-4972-A5FC-1B9C17BBA7C6}" destId="{CEF3A825-5079-4A60-B3A9-D85A1166AF2F}" srcOrd="0" destOrd="0" presId="urn:microsoft.com/office/officeart/2005/8/layout/orgChart1"/>
    <dgm:cxn modelId="{7C378486-326A-4859-A214-28B1236185A5}" type="presParOf" srcId="{1EA94D35-4177-4972-A5FC-1B9C17BBA7C6}" destId="{F41743CA-9DF1-4BA5-9568-B43BE27DB0C4}" srcOrd="1" destOrd="0" presId="urn:microsoft.com/office/officeart/2005/8/layout/orgChart1"/>
    <dgm:cxn modelId="{46F30C67-BECF-4BB0-BC30-623FFEB3C2F1}" type="presParOf" srcId="{1966D5C9-3BA5-4368-85E6-972665C71CDD}" destId="{12EC9B12-0404-4799-B2C3-2695F05BA2FA}" srcOrd="1" destOrd="0" presId="urn:microsoft.com/office/officeart/2005/8/layout/orgChart1"/>
    <dgm:cxn modelId="{0405787B-98A1-49DD-9A85-134401445FA9}" type="presParOf" srcId="{12EC9B12-0404-4799-B2C3-2695F05BA2FA}" destId="{9332EB66-DDBE-4A61-9950-2BCF632B7EBB}" srcOrd="0" destOrd="0" presId="urn:microsoft.com/office/officeart/2005/8/layout/orgChart1"/>
    <dgm:cxn modelId="{F27453E3-5763-4266-8EE2-1DA30FEE99C2}" type="presParOf" srcId="{12EC9B12-0404-4799-B2C3-2695F05BA2FA}" destId="{3867916D-3A26-4ADB-866D-0DD0950774F1}" srcOrd="1" destOrd="0" presId="urn:microsoft.com/office/officeart/2005/8/layout/orgChart1"/>
    <dgm:cxn modelId="{B36FBAE2-00AD-4F00-8857-9793C37FA1E9}" type="presParOf" srcId="{3867916D-3A26-4ADB-866D-0DD0950774F1}" destId="{DB6A6F2A-A4F5-4DCC-8092-72A0C8863192}" srcOrd="0" destOrd="0" presId="urn:microsoft.com/office/officeart/2005/8/layout/orgChart1"/>
    <dgm:cxn modelId="{8FC00380-E45D-405D-9215-F96AC387A548}" type="presParOf" srcId="{DB6A6F2A-A4F5-4DCC-8092-72A0C8863192}" destId="{A2ADD7C3-4F7C-458C-8B22-05A3886F8E4D}" srcOrd="0" destOrd="0" presId="urn:microsoft.com/office/officeart/2005/8/layout/orgChart1"/>
    <dgm:cxn modelId="{1F748388-70D4-445E-BEA5-D46EE7B1094F}" type="presParOf" srcId="{DB6A6F2A-A4F5-4DCC-8092-72A0C8863192}" destId="{3C88BE11-5263-4D02-BA4D-53E57E3EE8A3}" srcOrd="1" destOrd="0" presId="urn:microsoft.com/office/officeart/2005/8/layout/orgChart1"/>
    <dgm:cxn modelId="{56A6AA1E-8E4D-40DC-9FE5-385A33494F26}" type="presParOf" srcId="{3867916D-3A26-4ADB-866D-0DD0950774F1}" destId="{CE6CABB2-F430-4C04-832D-FC0CB7743580}" srcOrd="1" destOrd="0" presId="urn:microsoft.com/office/officeart/2005/8/layout/orgChart1"/>
    <dgm:cxn modelId="{DDEDEFFB-7EC2-4F27-AF38-525FE42233F1}" type="presParOf" srcId="{3867916D-3A26-4ADB-866D-0DD0950774F1}" destId="{9A42B8B9-6EB4-4C66-95C7-001F148CE10B}" srcOrd="2" destOrd="0" presId="urn:microsoft.com/office/officeart/2005/8/layout/orgChart1"/>
    <dgm:cxn modelId="{52035C02-CA25-46D9-874A-0341A653274C}" type="presParOf" srcId="{12EC9B12-0404-4799-B2C3-2695F05BA2FA}" destId="{62692F94-5634-4727-ABF9-0961DDB11EB9}" srcOrd="2" destOrd="0" presId="urn:microsoft.com/office/officeart/2005/8/layout/orgChart1"/>
    <dgm:cxn modelId="{A4490D0C-13FF-4006-BE7C-8524ACA762A9}" type="presParOf" srcId="{12EC9B12-0404-4799-B2C3-2695F05BA2FA}" destId="{34CFEB6C-C922-4169-BAE8-6A5533E37052}" srcOrd="3" destOrd="0" presId="urn:microsoft.com/office/officeart/2005/8/layout/orgChart1"/>
    <dgm:cxn modelId="{E33EA379-6619-4638-8C49-1CCD9178A42E}" type="presParOf" srcId="{34CFEB6C-C922-4169-BAE8-6A5533E37052}" destId="{5289B372-B5FD-4900-BDA6-C75448A1049C}" srcOrd="0" destOrd="0" presId="urn:microsoft.com/office/officeart/2005/8/layout/orgChart1"/>
    <dgm:cxn modelId="{A55AE38F-EE6C-4C58-B5EC-732D9E3823B3}" type="presParOf" srcId="{5289B372-B5FD-4900-BDA6-C75448A1049C}" destId="{EFD99D6F-6886-47F1-AC11-70C3602EAFFD}" srcOrd="0" destOrd="0" presId="urn:microsoft.com/office/officeart/2005/8/layout/orgChart1"/>
    <dgm:cxn modelId="{0C5E3325-F49D-4537-B6FA-B244F14F15D5}" type="presParOf" srcId="{5289B372-B5FD-4900-BDA6-C75448A1049C}" destId="{5BD68310-0A52-4C98-8192-4A83BA5D2C50}" srcOrd="1" destOrd="0" presId="urn:microsoft.com/office/officeart/2005/8/layout/orgChart1"/>
    <dgm:cxn modelId="{C1DD14F4-6795-4D5D-BCE1-F4B21FCF7E21}" type="presParOf" srcId="{34CFEB6C-C922-4169-BAE8-6A5533E37052}" destId="{3FA2426C-F7B4-43FC-9EC4-D5A26D3B0905}" srcOrd="1" destOrd="0" presId="urn:microsoft.com/office/officeart/2005/8/layout/orgChart1"/>
    <dgm:cxn modelId="{E94DA2B7-1CBE-4AC4-8C93-9F3FACF5389C}" type="presParOf" srcId="{34CFEB6C-C922-4169-BAE8-6A5533E37052}" destId="{DE021549-F4F5-4E20-BA66-6FEA1A1ED9CC}" srcOrd="2" destOrd="0" presId="urn:microsoft.com/office/officeart/2005/8/layout/orgChart1"/>
    <dgm:cxn modelId="{28E7DAB8-5055-4B52-9FA7-8001E37E903B}" type="presParOf" srcId="{12EC9B12-0404-4799-B2C3-2695F05BA2FA}" destId="{29985E68-82EA-4E9B-AD73-66B592D9B7F8}" srcOrd="4" destOrd="0" presId="urn:microsoft.com/office/officeart/2005/8/layout/orgChart1"/>
    <dgm:cxn modelId="{6E5C706B-3D9E-4C18-8EB3-51B0AB1B54F3}" type="presParOf" srcId="{12EC9B12-0404-4799-B2C3-2695F05BA2FA}" destId="{28E33313-34D8-4486-A7E1-01554953538A}" srcOrd="5" destOrd="0" presId="urn:microsoft.com/office/officeart/2005/8/layout/orgChart1"/>
    <dgm:cxn modelId="{427450A1-0862-4848-AC75-F09F05287321}" type="presParOf" srcId="{28E33313-34D8-4486-A7E1-01554953538A}" destId="{5982AE82-02F6-4A4B-9941-16FBAD11AFE9}" srcOrd="0" destOrd="0" presId="urn:microsoft.com/office/officeart/2005/8/layout/orgChart1"/>
    <dgm:cxn modelId="{33275618-D136-4101-87EF-609E20E26DE9}" type="presParOf" srcId="{5982AE82-02F6-4A4B-9941-16FBAD11AFE9}" destId="{3EA8546B-0505-44EC-A699-1C3F0373FA37}" srcOrd="0" destOrd="0" presId="urn:microsoft.com/office/officeart/2005/8/layout/orgChart1"/>
    <dgm:cxn modelId="{D7895C08-8F85-4676-A7D0-D5831502D83B}" type="presParOf" srcId="{5982AE82-02F6-4A4B-9941-16FBAD11AFE9}" destId="{EF8FBD01-762D-4402-8082-2D0C39E7D266}" srcOrd="1" destOrd="0" presId="urn:microsoft.com/office/officeart/2005/8/layout/orgChart1"/>
    <dgm:cxn modelId="{9A5AF754-D3C9-4BD1-94BD-EF7579774B8D}" type="presParOf" srcId="{28E33313-34D8-4486-A7E1-01554953538A}" destId="{635B7FAA-CB8D-456E-963E-C4DA11D57EF3}" srcOrd="1" destOrd="0" presId="urn:microsoft.com/office/officeart/2005/8/layout/orgChart1"/>
    <dgm:cxn modelId="{F5CAE423-964C-4AD7-9468-E7B1656F2A4C}" type="presParOf" srcId="{28E33313-34D8-4486-A7E1-01554953538A}" destId="{CF3A37C6-EB9D-49EF-A07C-0B18B73AD6F6}" srcOrd="2" destOrd="0" presId="urn:microsoft.com/office/officeart/2005/8/layout/orgChart1"/>
    <dgm:cxn modelId="{13AE757F-AB02-4707-BD4B-28EAA392CACA}" type="presParOf" srcId="{1966D5C9-3BA5-4368-85E6-972665C71CDD}" destId="{E2170FFC-66AA-41D1-B00C-B40F11C9115A}" srcOrd="2" destOrd="0" presId="urn:microsoft.com/office/officeart/2005/8/layout/orgChart1"/>
    <dgm:cxn modelId="{312ADB42-9503-4CD8-8239-26BA25CA7E2A}" type="presParOf" srcId="{178053E8-A6B8-49FA-AD27-903BB7945E39}" destId="{21EC05B6-46BF-44A2-AC35-4BF66DF67B82}" srcOrd="2" destOrd="0" presId="urn:microsoft.com/office/officeart/2005/8/layout/orgChart1"/>
    <dgm:cxn modelId="{9CBF537B-3EF8-409F-8304-62612981BC45}" type="presParOf" srcId="{178053E8-A6B8-49FA-AD27-903BB7945E39}" destId="{7030BDCD-D023-4D23-8B1F-DD50DD5F02A4}" srcOrd="3" destOrd="0" presId="urn:microsoft.com/office/officeart/2005/8/layout/orgChart1"/>
    <dgm:cxn modelId="{0536DBD3-15D7-4931-8697-6F61AF97972E}" type="presParOf" srcId="{7030BDCD-D023-4D23-8B1F-DD50DD5F02A4}" destId="{3DDA539E-9D29-4D2E-A333-E3EEBB5912BE}" srcOrd="0" destOrd="0" presId="urn:microsoft.com/office/officeart/2005/8/layout/orgChart1"/>
    <dgm:cxn modelId="{707A1F79-5EA4-4D3C-8E6A-A5768CC323DE}" type="presParOf" srcId="{3DDA539E-9D29-4D2E-A333-E3EEBB5912BE}" destId="{6D0FAC21-72BB-485D-A009-DBB91D6B03A0}" srcOrd="0" destOrd="0" presId="urn:microsoft.com/office/officeart/2005/8/layout/orgChart1"/>
    <dgm:cxn modelId="{081442B3-FA11-4A32-B998-923E58EBFF6C}" type="presParOf" srcId="{3DDA539E-9D29-4D2E-A333-E3EEBB5912BE}" destId="{58D47575-1036-4E52-A23B-332532ECFA64}" srcOrd="1" destOrd="0" presId="urn:microsoft.com/office/officeart/2005/8/layout/orgChart1"/>
    <dgm:cxn modelId="{F0E1BFF7-81E3-47CD-BB38-4CCF6B969C89}" type="presParOf" srcId="{7030BDCD-D023-4D23-8B1F-DD50DD5F02A4}" destId="{479B3691-002A-4392-91C3-19171DDDD87F}" srcOrd="1" destOrd="0" presId="urn:microsoft.com/office/officeart/2005/8/layout/orgChart1"/>
    <dgm:cxn modelId="{3FE3D1AF-1BDD-459B-931F-3F3B953A7D14}" type="presParOf" srcId="{479B3691-002A-4392-91C3-19171DDDD87F}" destId="{BF8C35ED-10B5-43A3-9A94-4B80D2EFC512}" srcOrd="0" destOrd="0" presId="urn:microsoft.com/office/officeart/2005/8/layout/orgChart1"/>
    <dgm:cxn modelId="{EA0F3FBC-DDC1-40BC-9864-F2C44758EE2E}" type="presParOf" srcId="{479B3691-002A-4392-91C3-19171DDDD87F}" destId="{9C71584B-366B-4B04-A1FF-B166C17537C3}" srcOrd="1" destOrd="0" presId="urn:microsoft.com/office/officeart/2005/8/layout/orgChart1"/>
    <dgm:cxn modelId="{1496C95D-0B13-4920-82CE-A9E8138B0E69}" type="presParOf" srcId="{9C71584B-366B-4B04-A1FF-B166C17537C3}" destId="{F5B6FC24-0EB3-4A50-BE3B-90E700020602}" srcOrd="0" destOrd="0" presId="urn:microsoft.com/office/officeart/2005/8/layout/orgChart1"/>
    <dgm:cxn modelId="{E328F35E-FDA2-427A-9703-62F5FFA6C96B}" type="presParOf" srcId="{F5B6FC24-0EB3-4A50-BE3B-90E700020602}" destId="{26881EC3-CD1D-4C26-A912-2BFCEAAA3C04}" srcOrd="0" destOrd="0" presId="urn:microsoft.com/office/officeart/2005/8/layout/orgChart1"/>
    <dgm:cxn modelId="{4BB50CAA-D7DE-4E13-8A00-F006040ADDA8}" type="presParOf" srcId="{F5B6FC24-0EB3-4A50-BE3B-90E700020602}" destId="{651EDFBA-853F-4E64-9DF9-5F32AEE6B7FA}" srcOrd="1" destOrd="0" presId="urn:microsoft.com/office/officeart/2005/8/layout/orgChart1"/>
    <dgm:cxn modelId="{3BBDE95C-32C4-406C-8EF6-3E3EE46CB831}" type="presParOf" srcId="{9C71584B-366B-4B04-A1FF-B166C17537C3}" destId="{987A3EB7-90FA-4867-9EB4-8A2587989C99}" srcOrd="1" destOrd="0" presId="urn:microsoft.com/office/officeart/2005/8/layout/orgChart1"/>
    <dgm:cxn modelId="{FA0A643D-C4F4-416C-9FEE-A219B0E828E6}" type="presParOf" srcId="{9C71584B-366B-4B04-A1FF-B166C17537C3}" destId="{8AAC74BF-39B9-4ED8-A249-82D3F1BE052A}" srcOrd="2" destOrd="0" presId="urn:microsoft.com/office/officeart/2005/8/layout/orgChart1"/>
    <dgm:cxn modelId="{649B1F26-670B-46DD-9631-CCACE06EBB0D}" type="presParOf" srcId="{479B3691-002A-4392-91C3-19171DDDD87F}" destId="{E5E70BE1-9DD1-4829-80FD-151B1E660F29}" srcOrd="2" destOrd="0" presId="urn:microsoft.com/office/officeart/2005/8/layout/orgChart1"/>
    <dgm:cxn modelId="{235ACE46-0047-4AE6-AD3B-81504248F07D}" type="presParOf" srcId="{479B3691-002A-4392-91C3-19171DDDD87F}" destId="{C5A29B24-B2D0-4F1F-BD62-2A336C163B3F}" srcOrd="3" destOrd="0" presId="urn:microsoft.com/office/officeart/2005/8/layout/orgChart1"/>
    <dgm:cxn modelId="{9AAC7968-A67B-4F29-955A-93FD6D51989C}" type="presParOf" srcId="{C5A29B24-B2D0-4F1F-BD62-2A336C163B3F}" destId="{0AA7E112-1C0C-4D45-9B82-C3132CD8DCB7}" srcOrd="0" destOrd="0" presId="urn:microsoft.com/office/officeart/2005/8/layout/orgChart1"/>
    <dgm:cxn modelId="{EF7CEC91-6A11-4A04-B681-AD976D22F9AD}" type="presParOf" srcId="{0AA7E112-1C0C-4D45-9B82-C3132CD8DCB7}" destId="{D5813D0D-D293-4A7D-9723-CD5763F9A9F0}" srcOrd="0" destOrd="0" presId="urn:microsoft.com/office/officeart/2005/8/layout/orgChart1"/>
    <dgm:cxn modelId="{BD19C348-2F68-46EC-B9A6-FAD827DDA209}" type="presParOf" srcId="{0AA7E112-1C0C-4D45-9B82-C3132CD8DCB7}" destId="{081D6B30-4325-4FA8-865A-1614D1AB3C17}" srcOrd="1" destOrd="0" presId="urn:microsoft.com/office/officeart/2005/8/layout/orgChart1"/>
    <dgm:cxn modelId="{3F819525-76FD-4027-AC51-2B72C3D7BE3A}" type="presParOf" srcId="{C5A29B24-B2D0-4F1F-BD62-2A336C163B3F}" destId="{804DB894-D846-4882-9898-49CF03811525}" srcOrd="1" destOrd="0" presId="urn:microsoft.com/office/officeart/2005/8/layout/orgChart1"/>
    <dgm:cxn modelId="{CD48757A-09D5-4602-AB69-33A17528C142}" type="presParOf" srcId="{C5A29B24-B2D0-4F1F-BD62-2A336C163B3F}" destId="{FF81E3F1-42A2-4514-AC45-7CD75399C54D}" srcOrd="2" destOrd="0" presId="urn:microsoft.com/office/officeart/2005/8/layout/orgChart1"/>
    <dgm:cxn modelId="{8BE0E6C3-0819-4650-832E-D9CF71DDF54A}" type="presParOf" srcId="{479B3691-002A-4392-91C3-19171DDDD87F}" destId="{52D9CEB2-1077-4FD2-91B7-010341A248AF}" srcOrd="4" destOrd="0" presId="urn:microsoft.com/office/officeart/2005/8/layout/orgChart1"/>
    <dgm:cxn modelId="{87155DA5-3699-4BF0-89D2-EA7938698C35}" type="presParOf" srcId="{479B3691-002A-4392-91C3-19171DDDD87F}" destId="{467A8FA0-7434-4C85-98C0-25783ACD15C5}" srcOrd="5" destOrd="0" presId="urn:microsoft.com/office/officeart/2005/8/layout/orgChart1"/>
    <dgm:cxn modelId="{2DDCD34C-8974-4EA6-ABBB-38C1A97D5242}" type="presParOf" srcId="{467A8FA0-7434-4C85-98C0-25783ACD15C5}" destId="{69C08564-2EB2-40D2-8C66-9319A180FC07}" srcOrd="0" destOrd="0" presId="urn:microsoft.com/office/officeart/2005/8/layout/orgChart1"/>
    <dgm:cxn modelId="{5F58A745-9D5D-4289-92D7-5488EDAC9C58}" type="presParOf" srcId="{69C08564-2EB2-40D2-8C66-9319A180FC07}" destId="{83CDC1D2-D03F-4853-ABD1-0B4A5F07957C}" srcOrd="0" destOrd="0" presId="urn:microsoft.com/office/officeart/2005/8/layout/orgChart1"/>
    <dgm:cxn modelId="{02B183E9-25C5-4EFE-991D-7747FB8E854C}" type="presParOf" srcId="{69C08564-2EB2-40D2-8C66-9319A180FC07}" destId="{83B38CC3-6EE5-40E2-94CE-F1C357F4CCFA}" srcOrd="1" destOrd="0" presId="urn:microsoft.com/office/officeart/2005/8/layout/orgChart1"/>
    <dgm:cxn modelId="{69FB69BB-A888-4BAD-ADCC-373A0079AC2C}" type="presParOf" srcId="{467A8FA0-7434-4C85-98C0-25783ACD15C5}" destId="{6D555226-3AB9-421D-9BAD-06973B4B6528}" srcOrd="1" destOrd="0" presId="urn:microsoft.com/office/officeart/2005/8/layout/orgChart1"/>
    <dgm:cxn modelId="{7BDCE8A9-56F8-4BB7-BF5F-FB2DB4092B52}" type="presParOf" srcId="{467A8FA0-7434-4C85-98C0-25783ACD15C5}" destId="{452A3AEC-B1CD-4AE6-9894-DD5FB0CC72D2}" srcOrd="2" destOrd="0" presId="urn:microsoft.com/office/officeart/2005/8/layout/orgChart1"/>
    <dgm:cxn modelId="{357563AE-7F21-41B7-81B6-3FE1EF210866}" type="presParOf" srcId="{479B3691-002A-4392-91C3-19171DDDD87F}" destId="{2C0C71B1-B6EE-4ED2-824D-D8145ED4A834}" srcOrd="6" destOrd="0" presId="urn:microsoft.com/office/officeart/2005/8/layout/orgChart1"/>
    <dgm:cxn modelId="{4F9D7F49-BBBE-4116-8F65-E228D3EA4E7E}" type="presParOf" srcId="{479B3691-002A-4392-91C3-19171DDDD87F}" destId="{7D8654EC-51BC-4C02-A8C7-59D0D9EF39D5}" srcOrd="7" destOrd="0" presId="urn:microsoft.com/office/officeart/2005/8/layout/orgChart1"/>
    <dgm:cxn modelId="{3CE35F51-8F51-4E01-9282-88B3428675F3}" type="presParOf" srcId="{7D8654EC-51BC-4C02-A8C7-59D0D9EF39D5}" destId="{D58C673E-9EC9-4E3E-855A-1EB7123DBD7E}" srcOrd="0" destOrd="0" presId="urn:microsoft.com/office/officeart/2005/8/layout/orgChart1"/>
    <dgm:cxn modelId="{05D792FF-38D9-4AF6-BEFB-C99B53C13726}" type="presParOf" srcId="{D58C673E-9EC9-4E3E-855A-1EB7123DBD7E}" destId="{582E1DDB-E2A6-45E7-9D92-34E966E5502A}" srcOrd="0" destOrd="0" presId="urn:microsoft.com/office/officeart/2005/8/layout/orgChart1"/>
    <dgm:cxn modelId="{B86FC9BD-06D4-4D2B-A90F-A49754D0FCC0}" type="presParOf" srcId="{D58C673E-9EC9-4E3E-855A-1EB7123DBD7E}" destId="{391575BF-85EA-4644-8E2D-9A6C20420123}" srcOrd="1" destOrd="0" presId="urn:microsoft.com/office/officeart/2005/8/layout/orgChart1"/>
    <dgm:cxn modelId="{DE2B75A3-FCC2-4E6D-86FE-D27D5B3CE741}" type="presParOf" srcId="{7D8654EC-51BC-4C02-A8C7-59D0D9EF39D5}" destId="{D43557C6-A02E-4586-BABE-7916BB0B5743}" srcOrd="1" destOrd="0" presId="urn:microsoft.com/office/officeart/2005/8/layout/orgChart1"/>
    <dgm:cxn modelId="{32B03CA6-80BB-46C2-B3CA-54E947A3B24C}" type="presParOf" srcId="{7D8654EC-51BC-4C02-A8C7-59D0D9EF39D5}" destId="{CB22A42D-D65F-47CD-872C-92826445DAAA}" srcOrd="2" destOrd="0" presId="urn:microsoft.com/office/officeart/2005/8/layout/orgChart1"/>
    <dgm:cxn modelId="{DDEBFD3D-77C2-4B37-8E27-C527196E14BA}" type="presParOf" srcId="{7030BDCD-D023-4D23-8B1F-DD50DD5F02A4}" destId="{D2C215A4-B9C7-46DA-A522-7D5311754D50}" srcOrd="2" destOrd="0" presId="urn:microsoft.com/office/officeart/2005/8/layout/orgChart1"/>
    <dgm:cxn modelId="{0B6AA6AE-204E-4587-B1FC-A3D8D1370D91}" type="presParOf" srcId="{178053E8-A6B8-49FA-AD27-903BB7945E39}" destId="{E7944D1F-4225-44C3-89DA-2A89D2DF704A}" srcOrd="4" destOrd="0" presId="urn:microsoft.com/office/officeart/2005/8/layout/orgChart1"/>
    <dgm:cxn modelId="{00833267-8A7A-4107-AA3F-DA3A300E94FB}" type="presParOf" srcId="{178053E8-A6B8-49FA-AD27-903BB7945E39}" destId="{209064C4-1A9B-4FA4-A9A1-DE372D23459F}" srcOrd="5" destOrd="0" presId="urn:microsoft.com/office/officeart/2005/8/layout/orgChart1"/>
    <dgm:cxn modelId="{41B6DD23-10AC-4189-ACC1-CFE4FDE4516C}" type="presParOf" srcId="{209064C4-1A9B-4FA4-A9A1-DE372D23459F}" destId="{FC624590-7C3F-414A-A10F-36462504DDB8}" srcOrd="0" destOrd="0" presId="urn:microsoft.com/office/officeart/2005/8/layout/orgChart1"/>
    <dgm:cxn modelId="{7FC09F3D-42D2-4F00-9FB4-F6652E9D7B77}" type="presParOf" srcId="{FC624590-7C3F-414A-A10F-36462504DDB8}" destId="{B3E944CF-0E9B-4546-BEE6-2169F35EF5F3}" srcOrd="0" destOrd="0" presId="urn:microsoft.com/office/officeart/2005/8/layout/orgChart1"/>
    <dgm:cxn modelId="{47CE5FAB-EE26-4B47-AA82-7281228E0AB6}" type="presParOf" srcId="{FC624590-7C3F-414A-A10F-36462504DDB8}" destId="{4CDE596E-0A26-419A-969B-3CB9D6FA3224}" srcOrd="1" destOrd="0" presId="urn:microsoft.com/office/officeart/2005/8/layout/orgChart1"/>
    <dgm:cxn modelId="{34FE852B-6F93-4245-A907-F61AF1A219D7}" type="presParOf" srcId="{209064C4-1A9B-4FA4-A9A1-DE372D23459F}" destId="{C372073D-78F0-4ABD-8FC9-CEE5ED68DA81}" srcOrd="1" destOrd="0" presId="urn:microsoft.com/office/officeart/2005/8/layout/orgChart1"/>
    <dgm:cxn modelId="{772762FB-DA04-4ECA-978C-657418A4716E}" type="presParOf" srcId="{C372073D-78F0-4ABD-8FC9-CEE5ED68DA81}" destId="{DE62E196-C8C5-433D-BCDF-7967B918592B}" srcOrd="0" destOrd="0" presId="urn:microsoft.com/office/officeart/2005/8/layout/orgChart1"/>
    <dgm:cxn modelId="{02D3BC4B-C6F2-4103-A82B-746F6FC552DE}" type="presParOf" srcId="{C372073D-78F0-4ABD-8FC9-CEE5ED68DA81}" destId="{4F36C1F6-C3A6-464D-B1D5-CC9A6981A4D7}" srcOrd="1" destOrd="0" presId="urn:microsoft.com/office/officeart/2005/8/layout/orgChart1"/>
    <dgm:cxn modelId="{1B7C9383-80DD-47A5-AFF3-AE338AAB3E5E}" type="presParOf" srcId="{4F36C1F6-C3A6-464D-B1D5-CC9A6981A4D7}" destId="{829B9B4F-A8C4-4D59-A100-F4B3EF0F093F}" srcOrd="0" destOrd="0" presId="urn:microsoft.com/office/officeart/2005/8/layout/orgChart1"/>
    <dgm:cxn modelId="{C9ABCC4C-AD15-45E9-B296-B9918AABE415}" type="presParOf" srcId="{829B9B4F-A8C4-4D59-A100-F4B3EF0F093F}" destId="{D8743242-4264-41CE-A1FF-713C23A31E3E}" srcOrd="0" destOrd="0" presId="urn:microsoft.com/office/officeart/2005/8/layout/orgChart1"/>
    <dgm:cxn modelId="{FE6D502C-E0F0-449B-840E-FB45AE51CEC7}" type="presParOf" srcId="{829B9B4F-A8C4-4D59-A100-F4B3EF0F093F}" destId="{858E0CFC-20C2-4BA0-AA27-D39AA2AF0211}" srcOrd="1" destOrd="0" presId="urn:microsoft.com/office/officeart/2005/8/layout/orgChart1"/>
    <dgm:cxn modelId="{DAD4B777-D5BD-4CC9-9EBB-098D8D3EB5A2}" type="presParOf" srcId="{4F36C1F6-C3A6-464D-B1D5-CC9A6981A4D7}" destId="{86262C3B-285C-4DFF-A12F-035B6C0FDD48}" srcOrd="1" destOrd="0" presId="urn:microsoft.com/office/officeart/2005/8/layout/orgChart1"/>
    <dgm:cxn modelId="{2B6B0474-2226-4A0D-943B-8FBB07FB6782}" type="presParOf" srcId="{4F36C1F6-C3A6-464D-B1D5-CC9A6981A4D7}" destId="{22E231EB-82CE-4CAF-943A-F946FAA48396}" srcOrd="2" destOrd="0" presId="urn:microsoft.com/office/officeart/2005/8/layout/orgChart1"/>
    <dgm:cxn modelId="{FB2C9EF2-F511-4942-83B8-6D0BA1CA5EE4}" type="presParOf" srcId="{C372073D-78F0-4ABD-8FC9-CEE5ED68DA81}" destId="{8AA2756E-1026-4639-BE99-66106C9174D0}" srcOrd="2" destOrd="0" presId="urn:microsoft.com/office/officeart/2005/8/layout/orgChart1"/>
    <dgm:cxn modelId="{9D0525CA-473B-4C68-9606-10C8CFF0F789}" type="presParOf" srcId="{C372073D-78F0-4ABD-8FC9-CEE5ED68DA81}" destId="{73162088-39A8-4F80-AC0E-D6C7C46DB215}" srcOrd="3" destOrd="0" presId="urn:microsoft.com/office/officeart/2005/8/layout/orgChart1"/>
    <dgm:cxn modelId="{BB34E4B3-6A27-48F7-8368-7D794E01D431}" type="presParOf" srcId="{73162088-39A8-4F80-AC0E-D6C7C46DB215}" destId="{9EF368D4-A1AC-4BE3-AB91-38805556749D}" srcOrd="0" destOrd="0" presId="urn:microsoft.com/office/officeart/2005/8/layout/orgChart1"/>
    <dgm:cxn modelId="{138EC072-F313-4DD7-960D-7ACA9410C8F9}" type="presParOf" srcId="{9EF368D4-A1AC-4BE3-AB91-38805556749D}" destId="{71B35BE3-52AD-4974-8A58-CDB93511FF40}" srcOrd="0" destOrd="0" presId="urn:microsoft.com/office/officeart/2005/8/layout/orgChart1"/>
    <dgm:cxn modelId="{BB5C8153-BB65-469E-A1FC-DF11963EBCA9}" type="presParOf" srcId="{9EF368D4-A1AC-4BE3-AB91-38805556749D}" destId="{F555834A-3E29-4AB2-A4F1-3D618C12479C}" srcOrd="1" destOrd="0" presId="urn:microsoft.com/office/officeart/2005/8/layout/orgChart1"/>
    <dgm:cxn modelId="{D467C691-0F73-43F0-B509-AD60FE63C553}" type="presParOf" srcId="{73162088-39A8-4F80-AC0E-D6C7C46DB215}" destId="{0D5FEC9B-D371-4735-B798-B11C22268FB9}" srcOrd="1" destOrd="0" presId="urn:microsoft.com/office/officeart/2005/8/layout/orgChart1"/>
    <dgm:cxn modelId="{2CEA785A-CE85-4BCE-B68A-FF737C0E8BBD}" type="presParOf" srcId="{73162088-39A8-4F80-AC0E-D6C7C46DB215}" destId="{58D07E58-B247-44F6-8C63-C1715BC8D152}" srcOrd="2" destOrd="0" presId="urn:microsoft.com/office/officeart/2005/8/layout/orgChart1"/>
    <dgm:cxn modelId="{620B2F7F-0968-4302-B332-32DBE5026CA0}" type="presParOf" srcId="{209064C4-1A9B-4FA4-A9A1-DE372D23459F}" destId="{C4C42091-79AB-4E72-9F54-5884227CF395}" srcOrd="2" destOrd="0" presId="urn:microsoft.com/office/officeart/2005/8/layout/orgChart1"/>
    <dgm:cxn modelId="{78EB4DFD-466D-47B3-9426-7B14B66C78F4}" type="presParOf" srcId="{359496A5-7636-4336-AF83-653BDA2EDFFC}" destId="{19D26811-E518-4D44-B53F-FAB4C0EBB351}" srcOrd="2" destOrd="0" presId="urn:microsoft.com/office/officeart/2005/8/layout/orgChart1"/>
  </dgm:cxnLst>
  <dgm:bg>
    <a:effectLst/>
  </dgm:bg>
  <dgm:whole>
    <a:ln>
      <a:noFill/>
    </a:ln>
    <a:effectLst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A2756E-1026-4639-BE99-66106C9174D0}">
      <dsp:nvSpPr>
        <dsp:cNvPr id="0" name=""/>
        <dsp:cNvSpPr/>
      </dsp:nvSpPr>
      <dsp:spPr>
        <a:xfrm>
          <a:off x="4691117" y="3185194"/>
          <a:ext cx="659671" cy="1601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458"/>
              </a:lnTo>
              <a:lnTo>
                <a:pt x="659671" y="76458"/>
              </a:lnTo>
              <a:lnTo>
                <a:pt x="659671" y="160111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62E196-C8C5-433D-BCDF-7967B918592B}">
      <dsp:nvSpPr>
        <dsp:cNvPr id="0" name=""/>
        <dsp:cNvSpPr/>
      </dsp:nvSpPr>
      <dsp:spPr>
        <a:xfrm>
          <a:off x="3993049" y="3185194"/>
          <a:ext cx="698068" cy="160111"/>
        </a:xfrm>
        <a:custGeom>
          <a:avLst/>
          <a:gdLst/>
          <a:ahLst/>
          <a:cxnLst/>
          <a:rect l="0" t="0" r="0" b="0"/>
          <a:pathLst>
            <a:path>
              <a:moveTo>
                <a:pt x="698068" y="0"/>
              </a:moveTo>
              <a:lnTo>
                <a:pt x="698068" y="76458"/>
              </a:lnTo>
              <a:lnTo>
                <a:pt x="0" y="76458"/>
              </a:lnTo>
              <a:lnTo>
                <a:pt x="0" y="160111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944D1F-4225-44C3-89DA-2A89D2DF704A}">
      <dsp:nvSpPr>
        <dsp:cNvPr id="0" name=""/>
        <dsp:cNvSpPr/>
      </dsp:nvSpPr>
      <dsp:spPr>
        <a:xfrm>
          <a:off x="3294970" y="2564903"/>
          <a:ext cx="1396147" cy="2219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290"/>
              </a:lnTo>
              <a:lnTo>
                <a:pt x="1396147" y="138290"/>
              </a:lnTo>
              <a:lnTo>
                <a:pt x="1396147" y="221943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0C71B1-B6EE-4ED2-824D-D8145ED4A834}">
      <dsp:nvSpPr>
        <dsp:cNvPr id="0" name=""/>
        <dsp:cNvSpPr/>
      </dsp:nvSpPr>
      <dsp:spPr>
        <a:xfrm>
          <a:off x="3294972" y="3971365"/>
          <a:ext cx="1675375" cy="2497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071"/>
              </a:lnTo>
              <a:lnTo>
                <a:pt x="1675375" y="166071"/>
              </a:lnTo>
              <a:lnTo>
                <a:pt x="1675375" y="249724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D9CEB2-1077-4FD2-91B7-010341A248AF}">
      <dsp:nvSpPr>
        <dsp:cNvPr id="0" name=""/>
        <dsp:cNvSpPr/>
      </dsp:nvSpPr>
      <dsp:spPr>
        <a:xfrm>
          <a:off x="3294972" y="3971365"/>
          <a:ext cx="558459" cy="2497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071"/>
              </a:lnTo>
              <a:lnTo>
                <a:pt x="558459" y="166071"/>
              </a:lnTo>
              <a:lnTo>
                <a:pt x="558459" y="249724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E70BE1-9DD1-4829-80FD-151B1E660F29}">
      <dsp:nvSpPr>
        <dsp:cNvPr id="0" name=""/>
        <dsp:cNvSpPr/>
      </dsp:nvSpPr>
      <dsp:spPr>
        <a:xfrm>
          <a:off x="2596896" y="3971365"/>
          <a:ext cx="698076" cy="249724"/>
        </a:xfrm>
        <a:custGeom>
          <a:avLst/>
          <a:gdLst/>
          <a:ahLst/>
          <a:cxnLst/>
          <a:rect l="0" t="0" r="0" b="0"/>
          <a:pathLst>
            <a:path>
              <a:moveTo>
                <a:pt x="698076" y="0"/>
              </a:moveTo>
              <a:lnTo>
                <a:pt x="698076" y="166071"/>
              </a:lnTo>
              <a:lnTo>
                <a:pt x="0" y="166071"/>
              </a:lnTo>
              <a:lnTo>
                <a:pt x="0" y="249724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8C35ED-10B5-43A3-9A94-4B80D2EFC512}">
      <dsp:nvSpPr>
        <dsp:cNvPr id="0" name=""/>
        <dsp:cNvSpPr/>
      </dsp:nvSpPr>
      <dsp:spPr>
        <a:xfrm>
          <a:off x="1549783" y="3971365"/>
          <a:ext cx="1745189" cy="249724"/>
        </a:xfrm>
        <a:custGeom>
          <a:avLst/>
          <a:gdLst/>
          <a:ahLst/>
          <a:cxnLst/>
          <a:rect l="0" t="0" r="0" b="0"/>
          <a:pathLst>
            <a:path>
              <a:moveTo>
                <a:pt x="1745189" y="0"/>
              </a:moveTo>
              <a:lnTo>
                <a:pt x="1745189" y="166071"/>
              </a:lnTo>
              <a:lnTo>
                <a:pt x="0" y="166071"/>
              </a:lnTo>
              <a:lnTo>
                <a:pt x="0" y="249724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EC05B6-46BF-44A2-AC35-4BF66DF67B82}">
      <dsp:nvSpPr>
        <dsp:cNvPr id="0" name=""/>
        <dsp:cNvSpPr/>
      </dsp:nvSpPr>
      <dsp:spPr>
        <a:xfrm>
          <a:off x="3249250" y="2564903"/>
          <a:ext cx="91440" cy="10081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24461"/>
              </a:lnTo>
              <a:lnTo>
                <a:pt x="45721" y="924461"/>
              </a:lnTo>
              <a:lnTo>
                <a:pt x="45721" y="1008114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985E68-82EA-4E9B-AD73-66B592D9B7F8}">
      <dsp:nvSpPr>
        <dsp:cNvPr id="0" name=""/>
        <dsp:cNvSpPr/>
      </dsp:nvSpPr>
      <dsp:spPr>
        <a:xfrm>
          <a:off x="1898823" y="3185194"/>
          <a:ext cx="407230" cy="1601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458"/>
              </a:lnTo>
              <a:lnTo>
                <a:pt x="407230" y="76458"/>
              </a:lnTo>
              <a:lnTo>
                <a:pt x="407230" y="160111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692F94-5634-4727-ABF9-0961DDB11EB9}">
      <dsp:nvSpPr>
        <dsp:cNvPr id="0" name=""/>
        <dsp:cNvSpPr/>
      </dsp:nvSpPr>
      <dsp:spPr>
        <a:xfrm>
          <a:off x="1437345" y="3185194"/>
          <a:ext cx="461477" cy="160111"/>
        </a:xfrm>
        <a:custGeom>
          <a:avLst/>
          <a:gdLst/>
          <a:ahLst/>
          <a:cxnLst/>
          <a:rect l="0" t="0" r="0" b="0"/>
          <a:pathLst>
            <a:path>
              <a:moveTo>
                <a:pt x="461477" y="0"/>
              </a:moveTo>
              <a:lnTo>
                <a:pt x="461477" y="76458"/>
              </a:lnTo>
              <a:lnTo>
                <a:pt x="0" y="76458"/>
              </a:lnTo>
              <a:lnTo>
                <a:pt x="0" y="160111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32EB66-DDBE-4A61-9950-2BCF632B7EBB}">
      <dsp:nvSpPr>
        <dsp:cNvPr id="0" name=""/>
        <dsp:cNvSpPr/>
      </dsp:nvSpPr>
      <dsp:spPr>
        <a:xfrm>
          <a:off x="577862" y="3185194"/>
          <a:ext cx="1320961" cy="160111"/>
        </a:xfrm>
        <a:custGeom>
          <a:avLst/>
          <a:gdLst/>
          <a:ahLst/>
          <a:cxnLst/>
          <a:rect l="0" t="0" r="0" b="0"/>
          <a:pathLst>
            <a:path>
              <a:moveTo>
                <a:pt x="1320961" y="0"/>
              </a:moveTo>
              <a:lnTo>
                <a:pt x="1320961" y="76458"/>
              </a:lnTo>
              <a:lnTo>
                <a:pt x="0" y="76458"/>
              </a:lnTo>
              <a:lnTo>
                <a:pt x="0" y="160111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054024-CEF3-4895-A6EF-BCFB3A9F31AF}">
      <dsp:nvSpPr>
        <dsp:cNvPr id="0" name=""/>
        <dsp:cNvSpPr/>
      </dsp:nvSpPr>
      <dsp:spPr>
        <a:xfrm>
          <a:off x="1898823" y="2564903"/>
          <a:ext cx="1396147" cy="221943"/>
        </a:xfrm>
        <a:custGeom>
          <a:avLst/>
          <a:gdLst/>
          <a:ahLst/>
          <a:cxnLst/>
          <a:rect l="0" t="0" r="0" b="0"/>
          <a:pathLst>
            <a:path>
              <a:moveTo>
                <a:pt x="1396147" y="0"/>
              </a:moveTo>
              <a:lnTo>
                <a:pt x="1396147" y="138290"/>
              </a:lnTo>
              <a:lnTo>
                <a:pt x="0" y="138290"/>
              </a:lnTo>
              <a:lnTo>
                <a:pt x="0" y="221943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DBD247-2997-4D5F-AAE9-831CA37FEAE6}">
      <dsp:nvSpPr>
        <dsp:cNvPr id="0" name=""/>
        <dsp:cNvSpPr/>
      </dsp:nvSpPr>
      <dsp:spPr>
        <a:xfrm>
          <a:off x="2896622" y="2166555"/>
          <a:ext cx="796695" cy="3983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000" b="1" kern="1200" dirty="0" smtClean="0">
              <a:latin typeface="Arial" pitchFamily="34" charset="0"/>
              <a:cs typeface="Arial" pitchFamily="34" charset="0"/>
            </a:rPr>
            <a:t>ROMLÁS</a:t>
          </a:r>
          <a:endParaRPr lang="hu-HU" sz="1000" b="1" kern="1200" dirty="0">
            <a:latin typeface="Arial" pitchFamily="34" charset="0"/>
            <a:cs typeface="Arial" pitchFamily="34" charset="0"/>
          </a:endParaRPr>
        </a:p>
      </dsp:txBody>
      <dsp:txXfrm>
        <a:off x="2896622" y="2166555"/>
        <a:ext cx="796695" cy="398347"/>
      </dsp:txXfrm>
    </dsp:sp>
    <dsp:sp modelId="{CEF3A825-5079-4A60-B3A9-D85A1166AF2F}">
      <dsp:nvSpPr>
        <dsp:cNvPr id="0" name=""/>
        <dsp:cNvSpPr/>
      </dsp:nvSpPr>
      <dsp:spPr>
        <a:xfrm>
          <a:off x="1500475" y="2786846"/>
          <a:ext cx="796695" cy="3983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000" b="1" kern="1200" dirty="0" smtClean="0">
              <a:latin typeface="Arial" pitchFamily="34" charset="0"/>
              <a:cs typeface="Arial" pitchFamily="34" charset="0"/>
            </a:rPr>
            <a:t>Deformáció</a:t>
          </a:r>
          <a:endParaRPr lang="hu-HU" sz="1000" b="1" kern="1200" dirty="0">
            <a:latin typeface="Arial" pitchFamily="34" charset="0"/>
            <a:cs typeface="Arial" pitchFamily="34" charset="0"/>
          </a:endParaRPr>
        </a:p>
      </dsp:txBody>
      <dsp:txXfrm>
        <a:off x="1500475" y="2786846"/>
        <a:ext cx="796695" cy="398347"/>
      </dsp:txXfrm>
    </dsp:sp>
    <dsp:sp modelId="{A2ADD7C3-4F7C-458C-8B22-05A3886F8E4D}">
      <dsp:nvSpPr>
        <dsp:cNvPr id="0" name=""/>
        <dsp:cNvSpPr/>
      </dsp:nvSpPr>
      <dsp:spPr>
        <a:xfrm>
          <a:off x="179514" y="3345306"/>
          <a:ext cx="796695" cy="3983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000" b="0" kern="1200" dirty="0" smtClean="0">
              <a:latin typeface="Arial" pitchFamily="34" charset="0"/>
              <a:cs typeface="Arial" pitchFamily="34" charset="0"/>
            </a:rPr>
            <a:t>Hosszirányú</a:t>
          </a:r>
          <a:endParaRPr lang="hu-HU" sz="1000" b="0" kern="1200" dirty="0">
            <a:latin typeface="Arial" pitchFamily="34" charset="0"/>
            <a:cs typeface="Arial" pitchFamily="34" charset="0"/>
          </a:endParaRPr>
        </a:p>
      </dsp:txBody>
      <dsp:txXfrm>
        <a:off x="179514" y="3345306"/>
        <a:ext cx="796695" cy="398347"/>
      </dsp:txXfrm>
    </dsp:sp>
    <dsp:sp modelId="{EFD99D6F-6886-47F1-AC11-70C3602EAFFD}">
      <dsp:nvSpPr>
        <dsp:cNvPr id="0" name=""/>
        <dsp:cNvSpPr/>
      </dsp:nvSpPr>
      <dsp:spPr>
        <a:xfrm>
          <a:off x="1038997" y="3345306"/>
          <a:ext cx="796695" cy="3983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000" b="0" kern="1200" dirty="0" smtClean="0">
              <a:latin typeface="Arial" pitchFamily="34" charset="0"/>
              <a:cs typeface="Arial" pitchFamily="34" charset="0"/>
            </a:rPr>
            <a:t>Keresztirányú</a:t>
          </a:r>
          <a:endParaRPr lang="hu-HU" sz="1000" b="0" kern="1200" dirty="0">
            <a:latin typeface="Arial" pitchFamily="34" charset="0"/>
            <a:cs typeface="Arial" pitchFamily="34" charset="0"/>
          </a:endParaRPr>
        </a:p>
      </dsp:txBody>
      <dsp:txXfrm>
        <a:off x="1038997" y="3345306"/>
        <a:ext cx="796695" cy="398347"/>
      </dsp:txXfrm>
    </dsp:sp>
    <dsp:sp modelId="{3EA8546B-0505-44EC-A699-1C3F0373FA37}">
      <dsp:nvSpPr>
        <dsp:cNvPr id="0" name=""/>
        <dsp:cNvSpPr/>
      </dsp:nvSpPr>
      <dsp:spPr>
        <a:xfrm>
          <a:off x="1907706" y="3345306"/>
          <a:ext cx="796695" cy="3983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000" b="0" kern="1200" dirty="0" smtClean="0">
              <a:latin typeface="Arial" pitchFamily="34" charset="0"/>
              <a:cs typeface="Arial" pitchFamily="34" charset="0"/>
            </a:rPr>
            <a:t>Egyenlőtlen</a:t>
          </a:r>
          <a:endParaRPr lang="hu-HU" sz="1000" b="0" kern="1200" dirty="0">
            <a:latin typeface="Arial" pitchFamily="34" charset="0"/>
            <a:cs typeface="Arial" pitchFamily="34" charset="0"/>
          </a:endParaRPr>
        </a:p>
      </dsp:txBody>
      <dsp:txXfrm>
        <a:off x="1907706" y="3345306"/>
        <a:ext cx="796695" cy="398347"/>
      </dsp:txXfrm>
    </dsp:sp>
    <dsp:sp modelId="{6D0FAC21-72BB-485D-A009-DBB91D6B03A0}">
      <dsp:nvSpPr>
        <dsp:cNvPr id="0" name=""/>
        <dsp:cNvSpPr/>
      </dsp:nvSpPr>
      <dsp:spPr>
        <a:xfrm>
          <a:off x="2896624" y="3573018"/>
          <a:ext cx="796695" cy="3983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000" b="1" kern="1200" dirty="0" smtClean="0">
              <a:latin typeface="Arial" pitchFamily="34" charset="0"/>
              <a:cs typeface="Arial" pitchFamily="34" charset="0"/>
            </a:rPr>
            <a:t>Repedés</a:t>
          </a:r>
          <a:endParaRPr lang="hu-HU" sz="1000" b="1" kern="1200" dirty="0">
            <a:latin typeface="Arial" pitchFamily="34" charset="0"/>
            <a:cs typeface="Arial" pitchFamily="34" charset="0"/>
          </a:endParaRPr>
        </a:p>
      </dsp:txBody>
      <dsp:txXfrm>
        <a:off x="2896624" y="3573018"/>
        <a:ext cx="796695" cy="398347"/>
      </dsp:txXfrm>
    </dsp:sp>
    <dsp:sp modelId="{26881EC3-CD1D-4C26-A912-2BFCEAAA3C04}">
      <dsp:nvSpPr>
        <dsp:cNvPr id="0" name=""/>
        <dsp:cNvSpPr/>
      </dsp:nvSpPr>
      <dsp:spPr>
        <a:xfrm>
          <a:off x="1151435" y="4221090"/>
          <a:ext cx="796695" cy="3983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000" b="0" kern="1200" dirty="0" smtClean="0">
              <a:latin typeface="Arial" pitchFamily="34" charset="0"/>
              <a:cs typeface="Arial" pitchFamily="34" charset="0"/>
            </a:rPr>
            <a:t>Hosszirányú</a:t>
          </a:r>
          <a:endParaRPr lang="hu-HU" sz="1000" b="0" kern="1200" dirty="0">
            <a:latin typeface="Arial" pitchFamily="34" charset="0"/>
            <a:cs typeface="Arial" pitchFamily="34" charset="0"/>
          </a:endParaRPr>
        </a:p>
      </dsp:txBody>
      <dsp:txXfrm>
        <a:off x="1151435" y="4221090"/>
        <a:ext cx="796695" cy="398347"/>
      </dsp:txXfrm>
    </dsp:sp>
    <dsp:sp modelId="{D5813D0D-D293-4A7D-9723-CD5763F9A9F0}">
      <dsp:nvSpPr>
        <dsp:cNvPr id="0" name=""/>
        <dsp:cNvSpPr/>
      </dsp:nvSpPr>
      <dsp:spPr>
        <a:xfrm>
          <a:off x="2198548" y="4221090"/>
          <a:ext cx="796695" cy="3983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000" b="0" kern="1200" dirty="0" smtClean="0">
              <a:latin typeface="Arial" pitchFamily="34" charset="0"/>
              <a:cs typeface="Arial" pitchFamily="34" charset="0"/>
            </a:rPr>
            <a:t>Keresztirányú</a:t>
          </a:r>
          <a:endParaRPr lang="hu-HU" sz="1000" b="0" kern="1200" dirty="0">
            <a:latin typeface="Arial" pitchFamily="34" charset="0"/>
            <a:cs typeface="Arial" pitchFamily="34" charset="0"/>
          </a:endParaRPr>
        </a:p>
      </dsp:txBody>
      <dsp:txXfrm>
        <a:off x="2198548" y="4221090"/>
        <a:ext cx="796695" cy="398347"/>
      </dsp:txXfrm>
    </dsp:sp>
    <dsp:sp modelId="{83CDC1D2-D03F-4853-ABD1-0B4A5F07957C}">
      <dsp:nvSpPr>
        <dsp:cNvPr id="0" name=""/>
        <dsp:cNvSpPr/>
      </dsp:nvSpPr>
      <dsp:spPr>
        <a:xfrm>
          <a:off x="3315467" y="4221090"/>
          <a:ext cx="1075929" cy="3983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000" b="0" kern="1200" dirty="0" smtClean="0">
              <a:latin typeface="Arial" pitchFamily="34" charset="0"/>
              <a:cs typeface="Arial" pitchFamily="34" charset="0"/>
            </a:rPr>
            <a:t>Váltakozó irányú</a:t>
          </a:r>
          <a:endParaRPr lang="hu-HU" sz="1000" b="0" kern="1200" dirty="0">
            <a:latin typeface="Arial" pitchFamily="34" charset="0"/>
            <a:cs typeface="Arial" pitchFamily="34" charset="0"/>
          </a:endParaRPr>
        </a:p>
      </dsp:txBody>
      <dsp:txXfrm>
        <a:off x="3315467" y="4221090"/>
        <a:ext cx="1075929" cy="398347"/>
      </dsp:txXfrm>
    </dsp:sp>
    <dsp:sp modelId="{582E1DDB-E2A6-45E7-9D92-34E966E5502A}">
      <dsp:nvSpPr>
        <dsp:cNvPr id="0" name=""/>
        <dsp:cNvSpPr/>
      </dsp:nvSpPr>
      <dsp:spPr>
        <a:xfrm>
          <a:off x="4572000" y="4221090"/>
          <a:ext cx="796695" cy="3983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000" b="0" kern="1200" dirty="0" smtClean="0">
              <a:latin typeface="Arial" pitchFamily="34" charset="0"/>
              <a:cs typeface="Arial" pitchFamily="34" charset="0"/>
            </a:rPr>
            <a:t>Mozaikszerű</a:t>
          </a:r>
          <a:endParaRPr lang="hu-HU" sz="1000" b="0" kern="1200" dirty="0">
            <a:latin typeface="Arial" pitchFamily="34" charset="0"/>
            <a:cs typeface="Arial" pitchFamily="34" charset="0"/>
          </a:endParaRPr>
        </a:p>
      </dsp:txBody>
      <dsp:txXfrm>
        <a:off x="4572000" y="4221090"/>
        <a:ext cx="796695" cy="398347"/>
      </dsp:txXfrm>
    </dsp:sp>
    <dsp:sp modelId="{B3E944CF-0E9B-4546-BEE6-2169F35EF5F3}">
      <dsp:nvSpPr>
        <dsp:cNvPr id="0" name=""/>
        <dsp:cNvSpPr/>
      </dsp:nvSpPr>
      <dsp:spPr>
        <a:xfrm>
          <a:off x="4292770" y="2786846"/>
          <a:ext cx="796695" cy="3983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000" b="1" kern="1200" dirty="0" smtClean="0">
              <a:latin typeface="Arial" pitchFamily="34" charset="0"/>
              <a:cs typeface="Arial" pitchFamily="34" charset="0"/>
            </a:rPr>
            <a:t>Bomlás</a:t>
          </a:r>
          <a:endParaRPr lang="hu-HU" sz="1000" b="1" kern="1200" dirty="0">
            <a:latin typeface="Arial" pitchFamily="34" charset="0"/>
            <a:cs typeface="Arial" pitchFamily="34" charset="0"/>
          </a:endParaRPr>
        </a:p>
      </dsp:txBody>
      <dsp:txXfrm>
        <a:off x="4292770" y="2786846"/>
        <a:ext cx="796695" cy="398347"/>
      </dsp:txXfrm>
    </dsp:sp>
    <dsp:sp modelId="{D8743242-4264-41CE-A1FF-713C23A31E3E}">
      <dsp:nvSpPr>
        <dsp:cNvPr id="0" name=""/>
        <dsp:cNvSpPr/>
      </dsp:nvSpPr>
      <dsp:spPr>
        <a:xfrm>
          <a:off x="3594701" y="3345306"/>
          <a:ext cx="796695" cy="3983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000" b="0" kern="1200" dirty="0" smtClean="0">
              <a:latin typeface="Arial" pitchFamily="34" charset="0"/>
              <a:cs typeface="Arial" pitchFamily="34" charset="0"/>
            </a:rPr>
            <a:t>Feltöredezés</a:t>
          </a:r>
          <a:endParaRPr lang="hu-HU" sz="1000" b="0" kern="1200" dirty="0">
            <a:latin typeface="Arial" pitchFamily="34" charset="0"/>
            <a:cs typeface="Arial" pitchFamily="34" charset="0"/>
          </a:endParaRPr>
        </a:p>
      </dsp:txBody>
      <dsp:txXfrm>
        <a:off x="3594701" y="3345306"/>
        <a:ext cx="796695" cy="398347"/>
      </dsp:txXfrm>
    </dsp:sp>
    <dsp:sp modelId="{71B35BE3-52AD-4974-8A58-CDB93511FF40}">
      <dsp:nvSpPr>
        <dsp:cNvPr id="0" name=""/>
        <dsp:cNvSpPr/>
      </dsp:nvSpPr>
      <dsp:spPr>
        <a:xfrm>
          <a:off x="4781427" y="3345306"/>
          <a:ext cx="1138724" cy="3983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000" b="0" kern="1200" dirty="0" smtClean="0">
              <a:latin typeface="Arial" pitchFamily="34" charset="0"/>
              <a:cs typeface="Arial" pitchFamily="34" charset="0"/>
            </a:rPr>
            <a:t>Szétmorzsolódás</a:t>
          </a:r>
          <a:endParaRPr lang="hu-HU" sz="1000" b="0" kern="1200" dirty="0">
            <a:latin typeface="Arial" pitchFamily="34" charset="0"/>
            <a:cs typeface="Arial" pitchFamily="34" charset="0"/>
          </a:endParaRPr>
        </a:p>
      </dsp:txBody>
      <dsp:txXfrm>
        <a:off x="4781427" y="3345306"/>
        <a:ext cx="1138724" cy="3983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C6F7-ABBD-431E-BCF2-816FE5CDDB51}" type="datetimeFigureOut">
              <a:rPr lang="hu-HU" smtClean="0"/>
              <a:t>2012.02.29.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9C74-DE2C-4F13-8B13-9F8C71445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5856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C6F7-ABBD-431E-BCF2-816FE5CDDB51}" type="datetimeFigureOut">
              <a:rPr lang="hu-HU" smtClean="0"/>
              <a:t>2012.02.29.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9C74-DE2C-4F13-8B13-9F8C71445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85351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C6F7-ABBD-431E-BCF2-816FE5CDDB51}" type="datetimeFigureOut">
              <a:rPr lang="hu-HU" smtClean="0"/>
              <a:t>2012.02.29.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9C74-DE2C-4F13-8B13-9F8C71445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531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C6F7-ABBD-431E-BCF2-816FE5CDDB51}" type="datetimeFigureOut">
              <a:rPr lang="hu-HU" smtClean="0"/>
              <a:t>2012.02.29.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9C74-DE2C-4F13-8B13-9F8C71445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67147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C6F7-ABBD-431E-BCF2-816FE5CDDB51}" type="datetimeFigureOut">
              <a:rPr lang="hu-HU" smtClean="0"/>
              <a:t>2012.02.29.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9C74-DE2C-4F13-8B13-9F8C71445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58532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C6F7-ABBD-431E-BCF2-816FE5CDDB51}" type="datetimeFigureOut">
              <a:rPr lang="hu-HU" smtClean="0"/>
              <a:t>2012.02.29.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9C74-DE2C-4F13-8B13-9F8C71445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73478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C6F7-ABBD-431E-BCF2-816FE5CDDB51}" type="datetimeFigureOut">
              <a:rPr lang="hu-HU" smtClean="0"/>
              <a:t>2012.02.29.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9C74-DE2C-4F13-8B13-9F8C71445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9246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C6F7-ABBD-431E-BCF2-816FE5CDDB51}" type="datetimeFigureOut">
              <a:rPr lang="hu-HU" smtClean="0"/>
              <a:t>2012.02.29.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9C74-DE2C-4F13-8B13-9F8C71445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930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C6F7-ABBD-431E-BCF2-816FE5CDDB51}" type="datetimeFigureOut">
              <a:rPr lang="hu-HU" smtClean="0"/>
              <a:t>2012.02.29.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9C74-DE2C-4F13-8B13-9F8C71445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857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C6F7-ABBD-431E-BCF2-816FE5CDDB51}" type="datetimeFigureOut">
              <a:rPr lang="hu-HU" smtClean="0"/>
              <a:t>2012.02.29.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9C74-DE2C-4F13-8B13-9F8C71445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2374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C6F7-ABBD-431E-BCF2-816FE5CDDB51}" type="datetimeFigureOut">
              <a:rPr lang="hu-HU" smtClean="0"/>
              <a:t>2012.02.29.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39C74-DE2C-4F13-8B13-9F8C71445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2832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6C6F7-ABBD-431E-BCF2-816FE5CDDB51}" type="datetimeFigureOut">
              <a:rPr lang="hu-HU" smtClean="0"/>
              <a:t>2012.02.29.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39C74-DE2C-4F13-8B13-9F8C71445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2600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899356386"/>
              </p:ext>
            </p:extLst>
          </p:nvPr>
        </p:nvGraphicFramePr>
        <p:xfrm>
          <a:off x="0" y="0"/>
          <a:ext cx="9144000" cy="5949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2084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14</Words>
  <Application>Microsoft Office PowerPoint</Application>
  <PresentationFormat>Diavetítés a képernyőre (4:3 oldalarány)</PresentationFormat>
  <Paragraphs>13</Paragraphs>
  <Slides>1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2" baseType="lpstr">
      <vt:lpstr>Office-téma</vt:lpstr>
      <vt:lpstr>PowerPoint bemutató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Primusz Péter</dc:creator>
  <cp:lastModifiedBy>Primusz Péter</cp:lastModifiedBy>
  <cp:revision>9</cp:revision>
  <dcterms:created xsi:type="dcterms:W3CDTF">2012-02-22T08:04:19Z</dcterms:created>
  <dcterms:modified xsi:type="dcterms:W3CDTF">2012-02-29T15:21:27Z</dcterms:modified>
</cp:coreProperties>
</file>